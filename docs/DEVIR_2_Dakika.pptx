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f90387be0c4fbc" /><Relationship Type="http://schemas.openxmlformats.org/officeDocument/2006/relationships/extended-properties" Target="/docProps/app.xml" Id="Rffb3420309954cd3" /><Relationship Type="http://schemas.openxmlformats.org/officeDocument/2006/relationships/officeDocument" Target="/ppt/presentation.xml" Id="R1b883fa182104917" /></Relationships>
</file>

<file path=ppt/presentation.xml><?xml version="1.0" encoding="utf-8"?>
<p:presentation xmlns:p="http://schemas.openxmlformats.org/presentationml/2006/main">
  <p:sldMasterIdLst>
    <p:sldMasterId xmlns:r="http://schemas.openxmlformats.org/officeDocument/2006/relationships" id="2147483648" r:id="R12e9a1d8ca424df2"/>
  </p:sldMasterIdLst>
  <p:notesMasterIdLst>
    <p:notesMasterId xmlns:r="http://schemas.openxmlformats.org/officeDocument/2006/relationships" r:id="R189ad42c49684cf1"/>
  </p:notesMasterIdLst>
  <p:sldIdLst>
    <p:sldId xmlns:r="http://schemas.openxmlformats.org/officeDocument/2006/relationships" id="256" r:id="Ra236d30c461c453d"/>
    <p:sldId xmlns:r="http://schemas.openxmlformats.org/officeDocument/2006/relationships" id="257" r:id="R69c8328b722049fa"/>
    <p:sldId xmlns:r="http://schemas.openxmlformats.org/officeDocument/2006/relationships" id="258" r:id="R1d638d1b846d4e80"/>
    <p:sldId xmlns:r="http://schemas.openxmlformats.org/officeDocument/2006/relationships" id="259" r:id="R2addb22549854be0"/>
    <p:sldId xmlns:r="http://schemas.openxmlformats.org/officeDocument/2006/relationships" id="260" r:id="R7e593f99dab348e8"/>
    <p:sldId xmlns:r="http://schemas.openxmlformats.org/officeDocument/2006/relationships" id="261" r:id="Re8f4c422848e4c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ec33cf8c2d4fc2" /><Relationship Type="http://schemas.openxmlformats.org/officeDocument/2006/relationships/slideMaster" Target="/ppt/slideMasters/slideMaster1.xml" Id="R12e9a1d8ca424df2" /><Relationship Type="http://schemas.openxmlformats.org/officeDocument/2006/relationships/notesMaster" Target="/ppt/notesMasters/notesMaster1.xml" Id="R189ad42c49684cf1" /><Relationship Type="http://schemas.openxmlformats.org/officeDocument/2006/relationships/presProps" Target="/ppt/presProps.xml" Id="R99148dc1a4754b45" /><Relationship Type="http://schemas.openxmlformats.org/officeDocument/2006/relationships/tableStyles" Target="/ppt/tableStyles.xml" Id="Rc2dca0f600924a70" /><Relationship Type="http://schemas.openxmlformats.org/officeDocument/2006/relationships/slide" Target="/ppt/slides/slide1.xml" Id="Ra236d30c461c453d" /><Relationship Type="http://schemas.openxmlformats.org/officeDocument/2006/relationships/slide" Target="/ppt/slides/slide2.xml" Id="R69c8328b722049fa" /><Relationship Type="http://schemas.openxmlformats.org/officeDocument/2006/relationships/slide" Target="/ppt/slides/slide3.xml" Id="R1d638d1b846d4e80" /><Relationship Type="http://schemas.openxmlformats.org/officeDocument/2006/relationships/slide" Target="/ppt/slides/slide4.xml" Id="R2addb22549854be0" /><Relationship Type="http://schemas.openxmlformats.org/officeDocument/2006/relationships/slide" Target="/ppt/slides/slide5.xml" Id="R7e593f99dab348e8" /><Relationship Type="http://schemas.openxmlformats.org/officeDocument/2006/relationships/slide" Target="/ppt/slides/slide6.xml" Id="Re8f4c422848e4c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6265c2d27e47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5127bf2ef943d3" /><Relationship Type="http://schemas.openxmlformats.org/officeDocument/2006/relationships/notesMaster" Target="/ppt/notesMasters/notesMaster1.xml" Id="Raab1d037da7945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b85bd9f4304e69" /><Relationship Type="http://schemas.openxmlformats.org/officeDocument/2006/relationships/notesMaster" Target="/ppt/notesMasters/notesMaster1.xml" Id="R53b998206fbf4c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c8906205a945ba" /><Relationship Type="http://schemas.openxmlformats.org/officeDocument/2006/relationships/notesMaster" Target="/ppt/notesMasters/notesMaster1.xml" Id="R72e6d4d4f87f46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51b640e3cf43aa" /><Relationship Type="http://schemas.openxmlformats.org/officeDocument/2006/relationships/notesMaster" Target="/ppt/notesMasters/notesMaster1.xml" Id="R7288bf77492046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f516860cf243df" /><Relationship Type="http://schemas.openxmlformats.org/officeDocument/2006/relationships/notesMaster" Target="/ppt/notesMasters/notesMaster1.xml" Id="R8eadbb9bb6074d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8bfaf6329c4872" /><Relationship Type="http://schemas.openxmlformats.org/officeDocument/2006/relationships/notesMaster" Target="/ppt/notesMasters/notesMaster1.xml" Id="R5826f98796e94f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00:00–00:15</a:t>
            </a:r>
          </a:p>
          <a:p xmlns:a="http://schemas.openxmlformats.org/drawingml/2006/main">
            <a:r>
              <a:t/>
            </a:r>
          </a:p>
          <a:p xmlns:a="http://schemas.openxmlformats.org/drawingml/2006/main">
            <a:r>
              <a:t>Merhaba, projemizin adı DEVİR. Bir ajan görevin ortasında durduğunda, tamamlanan işi, kalan bütçeyi ve yetki sınırlarını başka bir ajana aktarıyoruz. Hedefimiz, kesinti sonrasında işi baştan başlatmadan devam ettirmek.</a:t>
            </a:r>
          </a:p>
          <a:p xmlns:a="http://schemas.openxmlformats.org/drawingml/2006/main">
            <a:r>
              <a:t/>
            </a:r>
          </a:p>
          <a:p xmlns:a="http://schemas.openxmlformats.org/drawingml/2006/main">
            <a:r>
              <a:t>Proje kaynakları: https://github.com/Saylool/devir</a:t>
            </a:r>
          </a:p>
          <a:p xmlns:a="http://schemas.openxmlformats.org/drawingml/2006/main">
            <a:r>
              <a:t>Canlı demo: https://devir-six.vercel.app</a:t>
            </a:r>
          </a:p>
          <a:p xmlns:a="http://schemas.openxmlformats.org/drawingml/2006/main">
            <a:r>
              <a:t>Fuji dağıtım kanıtı: https://explorer-test.avax.network/c-chain/tx/0x4c219c50a3b2ecbbd55f8a0ba369bf42b2cf5f4c5e7cbd1611947a765b35ae1b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00:15–00:35</a:t>
            </a:r>
          </a:p>
          <a:p xmlns:a="http://schemas.openxmlformats.org/drawingml/2006/main">
            <a:r>
              <a:t/>
            </a:r>
          </a:p>
          <a:p xmlns:a="http://schemas.openxmlformats.org/drawingml/2006/main">
            <a:r>
              <a:t>Örneğimizde beş yüz USDT bütçeli bir AVAX alımı var. Atlas yüzde otuz beşte bağlantısını kaybediyor. Fakat son emrin yanıtı kaybolmuş olabilir. DEVİR kayıtları uzlaştırıyor ve elli USDT daha gerçekleştiğini buluyor. Korunan ilerleme yüzde kırk beş, kalan bütçe iki yüz yetmiş beş USDT oluyor.</a:t>
            </a:r>
          </a:p>
          <a:p xmlns:a="http://schemas.openxmlformats.org/drawingml/2006/main">
            <a:r>
              <a:t/>
            </a:r>
          </a:p>
          <a:p xmlns:a="http://schemas.openxmlformats.org/drawingml/2006/main">
            <a:r>
              <a:t>Proje kaynakları: https://github.com/Saylool/devir</a:t>
            </a:r>
          </a:p>
          <a:p xmlns:a="http://schemas.openxmlformats.org/drawingml/2006/main">
            <a:r>
              <a:t>Canlı demo: https://devir-six.vercel.app</a:t>
            </a:r>
          </a:p>
          <a:p xmlns:a="http://schemas.openxmlformats.org/drawingml/2006/main">
            <a:r>
              <a:t>Fuji dağıtım kanıtı: https://explorer-test.avax.network/c-chain/tx/0x4c219c50a3b2ecbbd55f8a0ba369bf42b2cf5f4c5e7cbd1611947a765b35ae1b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00:35–01:00</a:t>
            </a:r>
          </a:p>
          <a:p xmlns:a="http://schemas.openxmlformats.org/drawingml/2006/main">
            <a:r>
              <a:t/>
            </a:r>
          </a:p>
          <a:p xmlns:a="http://schemas.openxmlformats.org/drawingml/2006/main">
            <a:r>
              <a:t>Devir dört adımda ilerliyor. Önce gerçekleşen işi buluyoruz. Sonra eski emrin kalanını simülasyonda kapatıyoruz. Yeni yürütücünün teklifini fiyat, süre ve hizmet bütçesine göre seçiyoruz. Son adımda yetki sürümünü artırıyoruz. Böylece eski ajan önceki yetkiyle işlem yapamıyor, yeni ajan yalnızca kalan işi devralıyor.</a:t>
            </a:r>
          </a:p>
          <a:p xmlns:a="http://schemas.openxmlformats.org/drawingml/2006/main">
            <a:r>
              <a:t/>
            </a:r>
          </a:p>
          <a:p xmlns:a="http://schemas.openxmlformats.org/drawingml/2006/main">
            <a:r>
              <a:t>Proje kaynakları: https://github.com/Saylool/devir</a:t>
            </a:r>
          </a:p>
          <a:p xmlns:a="http://schemas.openxmlformats.org/drawingml/2006/main">
            <a:r>
              <a:t>Canlı demo: https://devir-six.vercel.app</a:t>
            </a:r>
          </a:p>
          <a:p xmlns:a="http://schemas.openxmlformats.org/drawingml/2006/main">
            <a:r>
              <a:t>Fuji dağıtım kanıtı: https://explorer-test.avax.network/c-chain/tx/0x4c219c50a3b2ecbbd55f8a0ba369bf42b2cf5f4c5e7cbd1611947a765b35ae1b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01:00–01:25</a:t>
            </a:r>
          </a:p>
          <a:p xmlns:a="http://schemas.openxmlformats.org/drawingml/2006/main">
            <a:r>
              <a:t/>
            </a:r>
          </a:p>
          <a:p xmlns:a="http://schemas.openxmlformats.org/drawingml/2006/main">
            <a:r>
              <a:t>OKX Agent Trade Kit, AVAX fiyatı ve emir defteri verisini sağlıyor. Canlı veri gelmezse, sistem tarihli kayıt kullandığını gösteriyor. Avalanche tarafında Fuji test ağına hizmet emaneti sözleşmemizi dağıttık. Fonlama, devir ve tamamlama işlevleri sözleşmede var. Ancak bu üç işlemin tamamını zincirde uçtan uca henüz doğrulamadık.</a:t>
            </a:r>
          </a:p>
          <a:p xmlns:a="http://schemas.openxmlformats.org/drawingml/2006/main">
            <a:r>
              <a:t/>
            </a:r>
          </a:p>
          <a:p xmlns:a="http://schemas.openxmlformats.org/drawingml/2006/main">
            <a:r>
              <a:t>Proje kaynakları: https://github.com/Saylool/devir</a:t>
            </a:r>
          </a:p>
          <a:p xmlns:a="http://schemas.openxmlformats.org/drawingml/2006/main">
            <a:r>
              <a:t>Canlı demo: https://devir-six.vercel.app</a:t>
            </a:r>
          </a:p>
          <a:p xmlns:a="http://schemas.openxmlformats.org/drawingml/2006/main">
            <a:r>
              <a:t>Fuji dağıtım kanıtı: https://explorer-test.avax.network/c-chain/tx/0x4c219c50a3b2ecbbd55f8a0ba369bf42b2cf5f4c5e7cbd1611947a765b35ae1b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01:25–01:45</a:t>
            </a:r>
          </a:p>
          <a:p xmlns:a="http://schemas.openxmlformats.org/drawingml/2006/main">
            <a:r>
              <a:t/>
            </a:r>
          </a:p>
          <a:p xmlns:a="http://schemas.openxmlformats.org/drawingml/2006/main">
            <a:r>
              <a:t>Çalışan demoda Nova kalan işi tamamlıyor. Alım toplamı beş yüz USDT, hizmet bedeli iki virgül kırk üç USDT oluyor. Devir makbuzu ve işlem geçmişi saklanıyor. Şu an emirler ve sağlayıcı teklifleri simülasyon, karar motoru kural tabanlı. Canlı LLM henüz etkin değil.</a:t>
            </a:r>
          </a:p>
          <a:p xmlns:a="http://schemas.openxmlformats.org/drawingml/2006/main">
            <a:r>
              <a:t/>
            </a:r>
          </a:p>
          <a:p xmlns:a="http://schemas.openxmlformats.org/drawingml/2006/main">
            <a:r>
              <a:t>Proje kaynakları: https://github.com/Saylool/devir</a:t>
            </a:r>
          </a:p>
          <a:p xmlns:a="http://schemas.openxmlformats.org/drawingml/2006/main">
            <a:r>
              <a:t>Canlı demo: https://devir-six.vercel.app</a:t>
            </a:r>
          </a:p>
          <a:p xmlns:a="http://schemas.openxmlformats.org/drawingml/2006/main">
            <a:r>
              <a:t>Fuji dağıtım kanıtı: https://explorer-test.avax.network/c-chain/tx/0x4c219c50a3b2ecbbd55f8a0ba369bf42b2cf5f4c5e7cbd1611947a765b35ae1b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01:45–02:00</a:t>
            </a:r>
          </a:p>
          <a:p xmlns:a="http://schemas.openxmlformats.org/drawingml/2006/main">
            <a:r>
              <a:t/>
            </a:r>
          </a:p>
          <a:p xmlns:a="http://schemas.openxmlformats.org/drawingml/2006/main">
            <a:r>
              <a:t>DEVİR’in değeri, kesintiden sonra bütçeyi ve tamamlanan işi koruyarak devam edebilmek. Açık kaynak prototipimiz yayında. Sonraki adımlarımız canlı LLM bağlantısını etkinleştirmek ve Fuji’de görevin tüm yaşam döngüsünü doğrulamak. Teşekkürler.</a:t>
            </a:r>
          </a:p>
          <a:p xmlns:a="http://schemas.openxmlformats.org/drawingml/2006/main">
            <a:r>
              <a:t/>
            </a:r>
          </a:p>
          <a:p xmlns:a="http://schemas.openxmlformats.org/drawingml/2006/main">
            <a:r>
              <a:t>Proje kaynakları: https://github.com/Saylool/devir</a:t>
            </a:r>
          </a:p>
          <a:p xmlns:a="http://schemas.openxmlformats.org/drawingml/2006/main">
            <a:r>
              <a:t>Canlı demo: https://devir-six.vercel.app</a:t>
            </a:r>
          </a:p>
          <a:p xmlns:a="http://schemas.openxmlformats.org/drawingml/2006/main">
            <a:r>
              <a:t>Fuji dağıtım kanıtı: https://explorer-test.avax.network/c-chain/tx/0x4c219c50a3b2ecbbd55f8a0ba369bf42b2cf5f4c5e7cbd1611947a765b35ae1b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9f16ba38ad4e0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3bcdfe586e54e7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78ef8c9c2444d3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eb18b2fc6944dd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79b9e364c9247a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cd4907a5d074da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439265-6547-42D6-89BD-9D04EB4BCC9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E2646BD-995C-414E-8687-0816F855F77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06E8518-2E0E-4CC2-BD0A-2022920069A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3F2928-EF1C-40AD-AD8E-7BFFD44DE5D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FC58D3D-8324-47B7-A459-7A552E370C2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943A3C9-1A6F-4519-8F4D-FB07584B07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6AE46B1-CCFA-4F83-8CB2-E8E74B3F274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1834195-C971-4770-845B-9F4841DD781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BDB812-D98F-4966-8492-437792BED2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31D5A9-BF55-4F19-8CA0-C195FC6BA14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339e80f5e64549" /><Relationship Type="http://schemas.openxmlformats.org/officeDocument/2006/relationships/slideLayout" Target="/ppt/slideLayouts/slideLayout1.xml" Id="Ra659e77e6e9b47e4" /><Relationship Type="http://schemas.openxmlformats.org/officeDocument/2006/relationships/slideLayout" Target="/ppt/slideLayouts/slideLayout2.xml" Id="R0453ed91dc2b42cb" /><Relationship Type="http://schemas.openxmlformats.org/officeDocument/2006/relationships/slideLayout" Target="/ppt/slideLayouts/slideLayout3.xml" Id="R5214cd5779594cf1" /><Relationship Type="http://schemas.openxmlformats.org/officeDocument/2006/relationships/slideLayout" Target="/ppt/slideLayouts/slideLayout4.xml" Id="R0093079ba2f74201" /><Relationship Type="http://schemas.openxmlformats.org/officeDocument/2006/relationships/slideLayout" Target="/ppt/slideLayouts/slideLayout5.xml" Id="R81553d68c525451b" /><Relationship Type="http://schemas.openxmlformats.org/officeDocument/2006/relationships/slideLayout" Target="/ppt/slideLayouts/slideLayout6.xml" Id="R3e01f6af093d42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59e77e6e9b47e4"/>
    <p:sldLayoutId xmlns:r="http://schemas.openxmlformats.org/officeDocument/2006/relationships" id="2147483650" r:id="R0453ed91dc2b42cb"/>
    <p:sldLayoutId xmlns:r="http://schemas.openxmlformats.org/officeDocument/2006/relationships" id="2147483651" r:id="R5214cd5779594cf1"/>
    <p:sldLayoutId xmlns:r="http://schemas.openxmlformats.org/officeDocument/2006/relationships" id="2147483652" r:id="R0093079ba2f74201"/>
    <p:sldLayoutId xmlns:r="http://schemas.openxmlformats.org/officeDocument/2006/relationships" id="2147483653" r:id="R81553d68c525451b"/>
    <p:sldLayoutId xmlns:r="http://schemas.openxmlformats.org/officeDocument/2006/relationships" id="2147483654" r:id="R3e01f6af093d42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63f7c72f70f49ab" /><Relationship Type="http://schemas.openxmlformats.org/officeDocument/2006/relationships/notesSlide" Target="/ppt/notesSlides/notesSlide1.xml" Id="R6e9450bd344742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79a06826f96413b" /><Relationship Type="http://schemas.openxmlformats.org/officeDocument/2006/relationships/notesSlide" Target="/ppt/notesSlides/notesSlide2.xml" Id="Rf998d474cb5e48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2a065f218884e70" /><Relationship Type="http://schemas.openxmlformats.org/officeDocument/2006/relationships/notesSlide" Target="/ppt/notesSlides/notesSlide3.xml" Id="R924830b86e1a49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63643c04668400c" /><Relationship Type="http://schemas.openxmlformats.org/officeDocument/2006/relationships/notesSlide" Target="/ppt/notesSlides/notesSlide4.xml" Id="Rae830023913044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bedba73d85c4160" /><Relationship Type="http://schemas.openxmlformats.org/officeDocument/2006/relationships/image" Target="/ppt/media/image.jpeg" Id="R75ee2efd2c83491b" /><Relationship Type="http://schemas.openxmlformats.org/officeDocument/2006/relationships/notesSlide" Target="/ppt/notesSlides/notesSlide5.xml" Id="R8d7e9ea23cf346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130bd8be1694635" /><Relationship Type="http://schemas.openxmlformats.org/officeDocument/2006/relationships/notesSlide" Target="/ppt/notesSlides/notesSlide6.xml" Id="R265e49b2f3b14587" /></Relationships>
</file>

<file path=ppt/slides/slide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2F120D5-97BD-4558-90C0-269DA7FB533E}"/>
              </a:ext>
            </a:extLst>
          </p:cNvPr>
          <p:cNvSpPr>
            <a:spLocks xmlns:a="http://schemas.openxmlformats.org/drawingml/2006/main" noGrp="1"/>
          </p:cNvSpPr>
          <p:nvPr/>
        </p:nvSpPr>
        <p:spPr>
          <a:xfrm xmlns:a="http://schemas.openxmlformats.org/drawingml/2006/main">
            <a:off x="11239500" y="6248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867"/>
                </a:solidFill>
                <a:latin typeface="Arial"/>
                <a:ea typeface="Arial"/>
                <a:cs typeface="Arial"/>
              </a:defRPr>
            </a:defPPr>
            <a:lvl1pPr>
              <a:defRPr sz="1275" b="0">
                <a:solidFill>
                  <a:srgbClr val="5C6867"/>
                </a:solidFill>
                <a:latin typeface="Arial"/>
                <a:ea typeface="Arial"/>
                <a:cs typeface="Arial"/>
              </a:defRPr>
            </a:lvl1pPr>
            <a:lvl2pPr>
              <a:defRPr sz="1275" b="0">
                <a:solidFill>
                  <a:srgbClr val="5C6867"/>
                </a:solidFill>
                <a:latin typeface="Arial"/>
                <a:ea typeface="Arial"/>
                <a:cs typeface="Arial"/>
              </a:defRPr>
            </a:lvl2pPr>
            <a:lvl3pPr>
              <a:defRPr sz="1275" b="0">
                <a:solidFill>
                  <a:srgbClr val="5C6867"/>
                </a:solidFill>
                <a:latin typeface="Arial"/>
                <a:ea typeface="Arial"/>
                <a:cs typeface="Arial"/>
              </a:defRPr>
            </a:lvl3pPr>
            <a:lvl4pPr>
              <a:defRPr sz="1275" b="0">
                <a:solidFill>
                  <a:srgbClr val="5C6867"/>
                </a:solidFill>
                <a:latin typeface="Arial"/>
                <a:ea typeface="Arial"/>
                <a:cs typeface="Arial"/>
              </a:defRPr>
            </a:lvl4pPr>
            <a:lvl5pPr>
              <a:defRPr sz="1275" b="0">
                <a:solidFill>
                  <a:srgbClr val="5C6867"/>
                </a:solidFill>
                <a:latin typeface="Arial"/>
                <a:ea typeface="Arial"/>
                <a:cs typeface="Arial"/>
              </a:defRPr>
            </a:lvl5pPr>
            <a:lvl6pPr>
              <a:defRPr sz="1275" b="0">
                <a:solidFill>
                  <a:srgbClr val="5C6867"/>
                </a:solidFill>
                <a:latin typeface="Arial"/>
                <a:ea typeface="Arial"/>
                <a:cs typeface="Arial"/>
              </a:defRPr>
            </a:lvl6pPr>
            <a:lvl7pPr>
              <a:defRPr sz="1275" b="0">
                <a:solidFill>
                  <a:srgbClr val="5C6867"/>
                </a:solidFill>
                <a:latin typeface="Arial"/>
                <a:ea typeface="Arial"/>
                <a:cs typeface="Arial"/>
              </a:defRPr>
            </a:lvl7pPr>
            <a:lvl8pPr>
              <a:defRPr sz="1275" b="0">
                <a:solidFill>
                  <a:srgbClr val="5C6867"/>
                </a:solidFill>
                <a:latin typeface="Arial"/>
                <a:ea typeface="Arial"/>
                <a:cs typeface="Arial"/>
              </a:defRPr>
            </a:lvl8pPr>
            <a:lvl9pPr>
              <a:defRPr sz="1275" b="0">
                <a:solidFill>
                  <a:srgbClr val="5C6867"/>
                </a:solidFill>
                <a:latin typeface="Arial"/>
                <a:ea typeface="Arial"/>
                <a:cs typeface="Arial"/>
              </a:defRPr>
            </a:lvl9pPr>
          </a:lstStyle>
          <a:p xmlns:a="http://schemas.openxmlformats.org/drawingml/2006/main">
            <a:pPr>
              <a:defRPr sz="1275" b="0">
                <a:solidFill>
                  <a:srgbClr val="5C6867"/>
                </a:solidFill>
                <a:latin typeface="Arial"/>
                <a:ea typeface="Arial"/>
                <a:cs typeface="Arial"/>
              </a:defRPr>
            </a:pPr>
            <a:r>
              <a:rPr sz="1275" b="0">
                <a:solidFill>
                  <a:srgbClr val="5C6867"/>
                </a:solidFill>
                <a:latin typeface="Arial"/>
                <a:ea typeface="Arial"/>
                <a:cs typeface="Arial"/>
              </a:rPr>
              <a:t>1</a:t>
            </a:r>
          </a:p>
        </p:txBody>
      </p:sp>
      <p:sp>
        <p:nvSpPr>
          <p:cNvPr id="2" name="">
            <a:extLst xmlns:a="http://schemas.openxmlformats.org/drawingml/2006/main">
              <a:ext uri="{FF2B5EF4-FFF2-40B4-BE49-F238E27FC236}">
                <a16:creationId xmlns:a16="http://schemas.microsoft.com/office/drawing/2014/main" id="{6F46107F-A962-42B9-8C72-835232BE816E}"/>
              </a:ext>
            </a:extLst>
          </p:cNvPr>
          <p:cNvSpPr>
            <a:spLocks xmlns:a="http://schemas.openxmlformats.org/drawingml/2006/main" noGrp="1"/>
          </p:cNvSpPr>
          <p:nvPr/>
        </p:nvSpPr>
        <p:spPr>
          <a:xfrm xmlns:a="http://schemas.openxmlformats.org/drawingml/2006/main">
            <a:off x="628650" y="781050"/>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400" b="1">
                <a:solidFill>
                  <a:srgbClr val="D94435"/>
                </a:solidFill>
                <a:latin typeface="Arial"/>
                <a:ea typeface="Arial"/>
                <a:cs typeface="Arial"/>
              </a:defRPr>
            </a:defPPr>
            <a:lvl1pPr>
              <a:defRPr sz="11400" b="1">
                <a:solidFill>
                  <a:srgbClr val="D94435"/>
                </a:solidFill>
                <a:latin typeface="Arial"/>
                <a:ea typeface="Arial"/>
                <a:cs typeface="Arial"/>
              </a:defRPr>
            </a:lvl1pPr>
            <a:lvl2pPr>
              <a:defRPr sz="11400" b="1">
                <a:solidFill>
                  <a:srgbClr val="D94435"/>
                </a:solidFill>
                <a:latin typeface="Arial"/>
                <a:ea typeface="Arial"/>
                <a:cs typeface="Arial"/>
              </a:defRPr>
            </a:lvl2pPr>
            <a:lvl3pPr>
              <a:defRPr sz="11400" b="1">
                <a:solidFill>
                  <a:srgbClr val="D94435"/>
                </a:solidFill>
                <a:latin typeface="Arial"/>
                <a:ea typeface="Arial"/>
                <a:cs typeface="Arial"/>
              </a:defRPr>
            </a:lvl3pPr>
            <a:lvl4pPr>
              <a:defRPr sz="11400" b="1">
                <a:solidFill>
                  <a:srgbClr val="D94435"/>
                </a:solidFill>
                <a:latin typeface="Arial"/>
                <a:ea typeface="Arial"/>
                <a:cs typeface="Arial"/>
              </a:defRPr>
            </a:lvl4pPr>
            <a:lvl5pPr>
              <a:defRPr sz="11400" b="1">
                <a:solidFill>
                  <a:srgbClr val="D94435"/>
                </a:solidFill>
                <a:latin typeface="Arial"/>
                <a:ea typeface="Arial"/>
                <a:cs typeface="Arial"/>
              </a:defRPr>
            </a:lvl5pPr>
            <a:lvl6pPr>
              <a:defRPr sz="11400" b="1">
                <a:solidFill>
                  <a:srgbClr val="D94435"/>
                </a:solidFill>
                <a:latin typeface="Arial"/>
                <a:ea typeface="Arial"/>
                <a:cs typeface="Arial"/>
              </a:defRPr>
            </a:lvl6pPr>
            <a:lvl7pPr>
              <a:defRPr sz="11400" b="1">
                <a:solidFill>
                  <a:srgbClr val="D94435"/>
                </a:solidFill>
                <a:latin typeface="Arial"/>
                <a:ea typeface="Arial"/>
                <a:cs typeface="Arial"/>
              </a:defRPr>
            </a:lvl7pPr>
            <a:lvl8pPr>
              <a:defRPr sz="11400" b="1">
                <a:solidFill>
                  <a:srgbClr val="D94435"/>
                </a:solidFill>
                <a:latin typeface="Arial"/>
                <a:ea typeface="Arial"/>
                <a:cs typeface="Arial"/>
              </a:defRPr>
            </a:lvl8pPr>
            <a:lvl9pPr>
              <a:defRPr sz="11400" b="1">
                <a:solidFill>
                  <a:srgbClr val="D94435"/>
                </a:solidFill>
                <a:latin typeface="Arial"/>
                <a:ea typeface="Arial"/>
                <a:cs typeface="Arial"/>
              </a:defRPr>
            </a:lvl9pPr>
          </a:lstStyle>
          <a:p xmlns:a="http://schemas.openxmlformats.org/drawingml/2006/main">
            <a:pPr>
              <a:defRPr sz="11400" b="1">
                <a:solidFill>
                  <a:srgbClr val="D94435"/>
                </a:solidFill>
                <a:latin typeface="Arial"/>
                <a:ea typeface="Arial"/>
                <a:cs typeface="Arial"/>
              </a:defRPr>
            </a:pPr>
            <a:r>
              <a:rPr sz="11400" b="1">
                <a:solidFill>
                  <a:srgbClr val="D94435"/>
                </a:solidFill>
                <a:latin typeface="Arial"/>
                <a:ea typeface="Arial"/>
                <a:cs typeface="Arial"/>
              </a:rPr>
              <a:t>DEVİR</a:t>
            </a:r>
          </a:p>
        </p:txBody>
      </p:sp>
      <p:sp>
        <p:nvSpPr>
          <p:cNvPr id="3" name="">
            <a:extLst xmlns:a="http://schemas.openxmlformats.org/drawingml/2006/main">
              <a:ext uri="{FF2B5EF4-FFF2-40B4-BE49-F238E27FC236}">
                <a16:creationId xmlns:a16="http://schemas.microsoft.com/office/drawing/2014/main" id="{2E0460E6-9C31-4CB0-8C1D-A8EE742F82A2}"/>
              </a:ext>
            </a:extLst>
          </p:cNvPr>
          <p:cNvSpPr>
            <a:spLocks xmlns:a="http://schemas.openxmlformats.org/drawingml/2006/main" noGrp="1"/>
          </p:cNvSpPr>
          <p:nvPr/>
        </p:nvSpPr>
        <p:spPr>
          <a:xfrm xmlns:a="http://schemas.openxmlformats.org/drawingml/2006/main">
            <a:off x="704850" y="2895600"/>
            <a:ext cx="9144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650" b="1">
                <a:solidFill>
                  <a:srgbClr val="172526"/>
                </a:solidFill>
                <a:latin typeface="Arial"/>
                <a:ea typeface="Arial"/>
                <a:cs typeface="Arial"/>
              </a:defRPr>
            </a:defPPr>
            <a:lvl1pPr>
              <a:defRPr sz="4650" b="1">
                <a:solidFill>
                  <a:srgbClr val="172526"/>
                </a:solidFill>
                <a:latin typeface="Arial"/>
                <a:ea typeface="Arial"/>
                <a:cs typeface="Arial"/>
              </a:defRPr>
            </a:lvl1pPr>
            <a:lvl2pPr>
              <a:defRPr sz="4650" b="1">
                <a:solidFill>
                  <a:srgbClr val="172526"/>
                </a:solidFill>
                <a:latin typeface="Arial"/>
                <a:ea typeface="Arial"/>
                <a:cs typeface="Arial"/>
              </a:defRPr>
            </a:lvl2pPr>
            <a:lvl3pPr>
              <a:defRPr sz="4650" b="1">
                <a:solidFill>
                  <a:srgbClr val="172526"/>
                </a:solidFill>
                <a:latin typeface="Arial"/>
                <a:ea typeface="Arial"/>
                <a:cs typeface="Arial"/>
              </a:defRPr>
            </a:lvl3pPr>
            <a:lvl4pPr>
              <a:defRPr sz="4650" b="1">
                <a:solidFill>
                  <a:srgbClr val="172526"/>
                </a:solidFill>
                <a:latin typeface="Arial"/>
                <a:ea typeface="Arial"/>
                <a:cs typeface="Arial"/>
              </a:defRPr>
            </a:lvl4pPr>
            <a:lvl5pPr>
              <a:defRPr sz="4650" b="1">
                <a:solidFill>
                  <a:srgbClr val="172526"/>
                </a:solidFill>
                <a:latin typeface="Arial"/>
                <a:ea typeface="Arial"/>
                <a:cs typeface="Arial"/>
              </a:defRPr>
            </a:lvl5pPr>
            <a:lvl6pPr>
              <a:defRPr sz="4650" b="1">
                <a:solidFill>
                  <a:srgbClr val="172526"/>
                </a:solidFill>
                <a:latin typeface="Arial"/>
                <a:ea typeface="Arial"/>
                <a:cs typeface="Arial"/>
              </a:defRPr>
            </a:lvl6pPr>
            <a:lvl7pPr>
              <a:defRPr sz="4650" b="1">
                <a:solidFill>
                  <a:srgbClr val="172526"/>
                </a:solidFill>
                <a:latin typeface="Arial"/>
                <a:ea typeface="Arial"/>
                <a:cs typeface="Arial"/>
              </a:defRPr>
            </a:lvl7pPr>
            <a:lvl8pPr>
              <a:defRPr sz="4650" b="1">
                <a:solidFill>
                  <a:srgbClr val="172526"/>
                </a:solidFill>
                <a:latin typeface="Arial"/>
                <a:ea typeface="Arial"/>
                <a:cs typeface="Arial"/>
              </a:defRPr>
            </a:lvl8pPr>
            <a:lvl9pPr>
              <a:defRPr sz="4650" b="1">
                <a:solidFill>
                  <a:srgbClr val="172526"/>
                </a:solidFill>
                <a:latin typeface="Arial"/>
                <a:ea typeface="Arial"/>
                <a:cs typeface="Arial"/>
              </a:defRPr>
            </a:lvl9pPr>
          </a:lstStyle>
          <a:p xmlns:a="http://schemas.openxmlformats.org/drawingml/2006/main">
            <a:pPr>
              <a:defRPr sz="4650" b="1">
                <a:solidFill>
                  <a:srgbClr val="172526"/>
                </a:solidFill>
                <a:latin typeface="Arial"/>
                <a:ea typeface="Arial"/>
                <a:cs typeface="Arial"/>
              </a:defRPr>
            </a:pPr>
            <a:r>
              <a:rPr sz="4650" b="1">
                <a:solidFill>
                  <a:srgbClr val="172526"/>
                </a:solidFill>
                <a:latin typeface="Arial"/>
                <a:ea typeface="Arial"/>
                <a:cs typeface="Arial"/>
              </a:rPr>
              <a:t>Yarım kalan görevin</a:t>
            </a:r>
          </a:p>
          <a:p xmlns:a="http://schemas.openxmlformats.org/drawingml/2006/main">
            <a:pPr>
              <a:defRPr sz="4650" b="1">
                <a:solidFill>
                  <a:srgbClr val="172526"/>
                </a:solidFill>
                <a:latin typeface="Arial"/>
                <a:ea typeface="Arial"/>
                <a:cs typeface="Arial"/>
              </a:defRPr>
            </a:pPr>
            <a:r>
              <a:rPr sz="4650" b="1">
                <a:solidFill>
                  <a:srgbClr val="172526"/>
                </a:solidFill>
                <a:latin typeface="Arial"/>
                <a:ea typeface="Arial"/>
                <a:cs typeface="Arial"/>
              </a:rPr>
              <a:t>güvenli devri</a:t>
            </a:r>
          </a:p>
        </p:txBody>
      </p:sp>
      <p:sp>
        <p:nvSpPr>
          <p:cNvPr id="4" name="">
            <a:extLst xmlns:a="http://schemas.openxmlformats.org/drawingml/2006/main">
              <a:ext uri="{FF2B5EF4-FFF2-40B4-BE49-F238E27FC236}">
                <a16:creationId xmlns:a16="http://schemas.microsoft.com/office/drawing/2014/main" id="{FA605479-473D-46C2-8A3D-8F225CFBCB9E}"/>
              </a:ext>
            </a:extLst>
          </p:cNvPr>
          <p:cNvSpPr>
            <a:spLocks xmlns:a="http://schemas.openxmlformats.org/drawingml/2006/main" noGrp="1"/>
          </p:cNvSpPr>
          <p:nvPr/>
        </p:nvSpPr>
        <p:spPr>
          <a:xfrm xmlns:a="http://schemas.openxmlformats.org/drawingml/2006/main">
            <a:off x="723900" y="5353050"/>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C6867"/>
                </a:solidFill>
                <a:latin typeface="Arial"/>
                <a:ea typeface="Arial"/>
                <a:cs typeface="Arial"/>
              </a:defRPr>
            </a:defPPr>
            <a:lvl1pPr>
              <a:defRPr sz="2100" b="0">
                <a:solidFill>
                  <a:srgbClr val="5C6867"/>
                </a:solidFill>
                <a:latin typeface="Arial"/>
                <a:ea typeface="Arial"/>
                <a:cs typeface="Arial"/>
              </a:defRPr>
            </a:lvl1pPr>
            <a:lvl2pPr>
              <a:defRPr sz="2100" b="0">
                <a:solidFill>
                  <a:srgbClr val="5C6867"/>
                </a:solidFill>
                <a:latin typeface="Arial"/>
                <a:ea typeface="Arial"/>
                <a:cs typeface="Arial"/>
              </a:defRPr>
            </a:lvl2pPr>
            <a:lvl3pPr>
              <a:defRPr sz="2100" b="0">
                <a:solidFill>
                  <a:srgbClr val="5C6867"/>
                </a:solidFill>
                <a:latin typeface="Arial"/>
                <a:ea typeface="Arial"/>
                <a:cs typeface="Arial"/>
              </a:defRPr>
            </a:lvl3pPr>
            <a:lvl4pPr>
              <a:defRPr sz="2100" b="0">
                <a:solidFill>
                  <a:srgbClr val="5C6867"/>
                </a:solidFill>
                <a:latin typeface="Arial"/>
                <a:ea typeface="Arial"/>
                <a:cs typeface="Arial"/>
              </a:defRPr>
            </a:lvl4pPr>
            <a:lvl5pPr>
              <a:defRPr sz="2100" b="0">
                <a:solidFill>
                  <a:srgbClr val="5C6867"/>
                </a:solidFill>
                <a:latin typeface="Arial"/>
                <a:ea typeface="Arial"/>
                <a:cs typeface="Arial"/>
              </a:defRPr>
            </a:lvl5pPr>
            <a:lvl6pPr>
              <a:defRPr sz="2100" b="0">
                <a:solidFill>
                  <a:srgbClr val="5C6867"/>
                </a:solidFill>
                <a:latin typeface="Arial"/>
                <a:ea typeface="Arial"/>
                <a:cs typeface="Arial"/>
              </a:defRPr>
            </a:lvl6pPr>
            <a:lvl7pPr>
              <a:defRPr sz="2100" b="0">
                <a:solidFill>
                  <a:srgbClr val="5C6867"/>
                </a:solidFill>
                <a:latin typeface="Arial"/>
                <a:ea typeface="Arial"/>
                <a:cs typeface="Arial"/>
              </a:defRPr>
            </a:lvl7pPr>
            <a:lvl8pPr>
              <a:defRPr sz="2100" b="0">
                <a:solidFill>
                  <a:srgbClr val="5C6867"/>
                </a:solidFill>
                <a:latin typeface="Arial"/>
                <a:ea typeface="Arial"/>
                <a:cs typeface="Arial"/>
              </a:defRPr>
            </a:lvl8pPr>
            <a:lvl9pPr>
              <a:defRPr sz="2100" b="0">
                <a:solidFill>
                  <a:srgbClr val="5C6867"/>
                </a:solidFill>
                <a:latin typeface="Arial"/>
                <a:ea typeface="Arial"/>
                <a:cs typeface="Arial"/>
              </a:defRPr>
            </a:lvl9pPr>
          </a:lstStyle>
          <a:p xmlns:a="http://schemas.openxmlformats.org/drawingml/2006/main">
            <a:pPr>
              <a:defRPr sz="2100" b="0">
                <a:solidFill>
                  <a:srgbClr val="5C6867"/>
                </a:solidFill>
                <a:latin typeface="Arial"/>
                <a:ea typeface="Arial"/>
                <a:cs typeface="Arial"/>
              </a:defRPr>
            </a:pPr>
            <a:r>
              <a:rPr sz="2100" b="0">
                <a:solidFill>
                  <a:srgbClr val="5C6867"/>
                </a:solidFill>
                <a:latin typeface="Arial"/>
                <a:ea typeface="Arial"/>
                <a:cs typeface="Arial"/>
              </a:rPr>
              <a:t>Ajan sürekliliği için çalışan prototip</a:t>
            </a:r>
          </a:p>
        </p:txBody>
      </p:sp>
    </p:spTree>
    <p:extLst>
      <p:ext uri="{BB962C8B-B14F-4D97-AF65-F5344CB8AC3E}">
        <p14:creationId xmlns:p14="http://schemas.microsoft.com/office/powerpoint/2010/main" val="942058494"/>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92F727F-57E3-4A47-8E8B-08DA93C7CC77}"/>
              </a:ext>
            </a:extLst>
          </p:cNvPr>
          <p:cNvSpPr>
            <a:spLocks xmlns:a="http://schemas.openxmlformats.org/drawingml/2006/main" noGrp="1"/>
          </p:cNvSpPr>
          <p:nvPr/>
        </p:nvSpPr>
        <p:spPr>
          <a:xfrm xmlns:a="http://schemas.openxmlformats.org/drawingml/2006/main">
            <a:off x="11239500" y="6248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867"/>
                </a:solidFill>
                <a:latin typeface="Arial"/>
                <a:ea typeface="Arial"/>
                <a:cs typeface="Arial"/>
              </a:defRPr>
            </a:defPPr>
            <a:lvl1pPr>
              <a:defRPr sz="1275" b="0">
                <a:solidFill>
                  <a:srgbClr val="5C6867"/>
                </a:solidFill>
                <a:latin typeface="Arial"/>
                <a:ea typeface="Arial"/>
                <a:cs typeface="Arial"/>
              </a:defRPr>
            </a:lvl1pPr>
            <a:lvl2pPr>
              <a:defRPr sz="1275" b="0">
                <a:solidFill>
                  <a:srgbClr val="5C6867"/>
                </a:solidFill>
                <a:latin typeface="Arial"/>
                <a:ea typeface="Arial"/>
                <a:cs typeface="Arial"/>
              </a:defRPr>
            </a:lvl2pPr>
            <a:lvl3pPr>
              <a:defRPr sz="1275" b="0">
                <a:solidFill>
                  <a:srgbClr val="5C6867"/>
                </a:solidFill>
                <a:latin typeface="Arial"/>
                <a:ea typeface="Arial"/>
                <a:cs typeface="Arial"/>
              </a:defRPr>
            </a:lvl3pPr>
            <a:lvl4pPr>
              <a:defRPr sz="1275" b="0">
                <a:solidFill>
                  <a:srgbClr val="5C6867"/>
                </a:solidFill>
                <a:latin typeface="Arial"/>
                <a:ea typeface="Arial"/>
                <a:cs typeface="Arial"/>
              </a:defRPr>
            </a:lvl4pPr>
            <a:lvl5pPr>
              <a:defRPr sz="1275" b="0">
                <a:solidFill>
                  <a:srgbClr val="5C6867"/>
                </a:solidFill>
                <a:latin typeface="Arial"/>
                <a:ea typeface="Arial"/>
                <a:cs typeface="Arial"/>
              </a:defRPr>
            </a:lvl5pPr>
            <a:lvl6pPr>
              <a:defRPr sz="1275" b="0">
                <a:solidFill>
                  <a:srgbClr val="5C6867"/>
                </a:solidFill>
                <a:latin typeface="Arial"/>
                <a:ea typeface="Arial"/>
                <a:cs typeface="Arial"/>
              </a:defRPr>
            </a:lvl6pPr>
            <a:lvl7pPr>
              <a:defRPr sz="1275" b="0">
                <a:solidFill>
                  <a:srgbClr val="5C6867"/>
                </a:solidFill>
                <a:latin typeface="Arial"/>
                <a:ea typeface="Arial"/>
                <a:cs typeface="Arial"/>
              </a:defRPr>
            </a:lvl7pPr>
            <a:lvl8pPr>
              <a:defRPr sz="1275" b="0">
                <a:solidFill>
                  <a:srgbClr val="5C6867"/>
                </a:solidFill>
                <a:latin typeface="Arial"/>
                <a:ea typeface="Arial"/>
                <a:cs typeface="Arial"/>
              </a:defRPr>
            </a:lvl8pPr>
            <a:lvl9pPr>
              <a:defRPr sz="1275" b="0">
                <a:solidFill>
                  <a:srgbClr val="5C6867"/>
                </a:solidFill>
                <a:latin typeface="Arial"/>
                <a:ea typeface="Arial"/>
                <a:cs typeface="Arial"/>
              </a:defRPr>
            </a:lvl9pPr>
          </a:lstStyle>
          <a:p xmlns:a="http://schemas.openxmlformats.org/drawingml/2006/main">
            <a:pPr>
              <a:defRPr sz="1275" b="0">
                <a:solidFill>
                  <a:srgbClr val="5C6867"/>
                </a:solidFill>
                <a:latin typeface="Arial"/>
                <a:ea typeface="Arial"/>
                <a:cs typeface="Arial"/>
              </a:defRPr>
            </a:pPr>
            <a:r>
              <a:rPr sz="1275" b="0">
                <a:solidFill>
                  <a:srgbClr val="5C6867"/>
                </a:solidFill>
                <a:latin typeface="Arial"/>
                <a:ea typeface="Arial"/>
                <a:cs typeface="Arial"/>
              </a:rPr>
              <a:t>2</a:t>
            </a:r>
          </a:p>
        </p:txBody>
      </p:sp>
      <p:sp>
        <p:nvSpPr>
          <p:cNvPr id="2" name="">
            <a:extLst xmlns:a="http://schemas.openxmlformats.org/drawingml/2006/main">
              <a:ext uri="{FF2B5EF4-FFF2-40B4-BE49-F238E27FC236}">
                <a16:creationId xmlns:a16="http://schemas.microsoft.com/office/drawing/2014/main" id="{51DAB425-1FB2-4848-8D8C-20EB7275339D}"/>
              </a:ext>
            </a:extLst>
          </p:cNvPr>
          <p:cNvSpPr>
            <a:spLocks xmlns:a="http://schemas.openxmlformats.org/drawingml/2006/main" noGrp="1"/>
          </p:cNvSpPr>
          <p:nvPr/>
        </p:nvSpPr>
        <p:spPr>
          <a:xfrm xmlns:a="http://schemas.openxmlformats.org/drawingml/2006/main">
            <a:off x="685800" y="5524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900" b="1">
                <a:solidFill>
                  <a:srgbClr val="172526"/>
                </a:solidFill>
                <a:latin typeface="Arial"/>
                <a:ea typeface="Arial"/>
                <a:cs typeface="Arial"/>
              </a:defRPr>
            </a:defPPr>
            <a:lvl1pPr>
              <a:defRPr sz="3900" b="1">
                <a:solidFill>
                  <a:srgbClr val="172526"/>
                </a:solidFill>
                <a:latin typeface="Arial"/>
                <a:ea typeface="Arial"/>
                <a:cs typeface="Arial"/>
              </a:defRPr>
            </a:lvl1pPr>
            <a:lvl2pPr>
              <a:defRPr sz="3900" b="1">
                <a:solidFill>
                  <a:srgbClr val="172526"/>
                </a:solidFill>
                <a:latin typeface="Arial"/>
                <a:ea typeface="Arial"/>
                <a:cs typeface="Arial"/>
              </a:defRPr>
            </a:lvl2pPr>
            <a:lvl3pPr>
              <a:defRPr sz="3900" b="1">
                <a:solidFill>
                  <a:srgbClr val="172526"/>
                </a:solidFill>
                <a:latin typeface="Arial"/>
                <a:ea typeface="Arial"/>
                <a:cs typeface="Arial"/>
              </a:defRPr>
            </a:lvl3pPr>
            <a:lvl4pPr>
              <a:defRPr sz="3900" b="1">
                <a:solidFill>
                  <a:srgbClr val="172526"/>
                </a:solidFill>
                <a:latin typeface="Arial"/>
                <a:ea typeface="Arial"/>
                <a:cs typeface="Arial"/>
              </a:defRPr>
            </a:lvl4pPr>
            <a:lvl5pPr>
              <a:defRPr sz="3900" b="1">
                <a:solidFill>
                  <a:srgbClr val="172526"/>
                </a:solidFill>
                <a:latin typeface="Arial"/>
                <a:ea typeface="Arial"/>
                <a:cs typeface="Arial"/>
              </a:defRPr>
            </a:lvl5pPr>
            <a:lvl6pPr>
              <a:defRPr sz="3900" b="1">
                <a:solidFill>
                  <a:srgbClr val="172526"/>
                </a:solidFill>
                <a:latin typeface="Arial"/>
                <a:ea typeface="Arial"/>
                <a:cs typeface="Arial"/>
              </a:defRPr>
            </a:lvl6pPr>
            <a:lvl7pPr>
              <a:defRPr sz="3900" b="1">
                <a:solidFill>
                  <a:srgbClr val="172526"/>
                </a:solidFill>
                <a:latin typeface="Arial"/>
                <a:ea typeface="Arial"/>
                <a:cs typeface="Arial"/>
              </a:defRPr>
            </a:lvl7pPr>
            <a:lvl8pPr>
              <a:defRPr sz="3900" b="1">
                <a:solidFill>
                  <a:srgbClr val="172526"/>
                </a:solidFill>
                <a:latin typeface="Arial"/>
                <a:ea typeface="Arial"/>
                <a:cs typeface="Arial"/>
              </a:defRPr>
            </a:lvl8pPr>
            <a:lvl9pPr>
              <a:defRPr sz="3900" b="1">
                <a:solidFill>
                  <a:srgbClr val="172526"/>
                </a:solidFill>
                <a:latin typeface="Arial"/>
                <a:ea typeface="Arial"/>
                <a:cs typeface="Arial"/>
              </a:defRPr>
            </a:lvl9pPr>
          </a:lstStyle>
          <a:p xmlns:a="http://schemas.openxmlformats.org/drawingml/2006/main">
            <a:pPr>
              <a:defRPr sz="3900" b="1">
                <a:solidFill>
                  <a:srgbClr val="172526"/>
                </a:solidFill>
                <a:latin typeface="Arial"/>
                <a:ea typeface="Arial"/>
                <a:cs typeface="Arial"/>
              </a:defRPr>
            </a:pPr>
            <a:r>
              <a:rPr sz="3900" b="1">
                <a:solidFill>
                  <a:srgbClr val="172526"/>
                </a:solidFill>
                <a:latin typeface="Arial"/>
                <a:ea typeface="Arial"/>
                <a:cs typeface="Arial"/>
              </a:rPr>
              <a:t>Kaybolan yanıt</a:t>
            </a:r>
          </a:p>
        </p:txBody>
      </p:sp>
      <p:sp>
        <p:nvSpPr>
          <p:cNvPr id="3" name="">
            <a:extLst xmlns:a="http://schemas.openxmlformats.org/drawingml/2006/main">
              <a:ext uri="{FF2B5EF4-FFF2-40B4-BE49-F238E27FC236}">
                <a16:creationId xmlns:a16="http://schemas.microsoft.com/office/drawing/2014/main" id="{A18F0DF2-0AD2-47AD-B61F-9C2D6D0827A7}"/>
              </a:ext>
            </a:extLst>
          </p:cNvPr>
          <p:cNvSpPr>
            <a:spLocks xmlns:a="http://schemas.openxmlformats.org/drawingml/2006/main" noGrp="1"/>
          </p:cNvSpPr>
          <p:nvPr/>
        </p:nvSpPr>
        <p:spPr>
          <a:xfrm xmlns:a="http://schemas.openxmlformats.org/drawingml/2006/main">
            <a:off x="704850" y="1381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C6867"/>
                </a:solidFill>
                <a:latin typeface="Arial"/>
                <a:ea typeface="Arial"/>
                <a:cs typeface="Arial"/>
              </a:defRPr>
            </a:defPPr>
            <a:lvl1pPr>
              <a:defRPr sz="2100" b="0">
                <a:solidFill>
                  <a:srgbClr val="5C6867"/>
                </a:solidFill>
                <a:latin typeface="Arial"/>
                <a:ea typeface="Arial"/>
                <a:cs typeface="Arial"/>
              </a:defRPr>
            </a:lvl1pPr>
            <a:lvl2pPr>
              <a:defRPr sz="2100" b="0">
                <a:solidFill>
                  <a:srgbClr val="5C6867"/>
                </a:solidFill>
                <a:latin typeface="Arial"/>
                <a:ea typeface="Arial"/>
                <a:cs typeface="Arial"/>
              </a:defRPr>
            </a:lvl2pPr>
            <a:lvl3pPr>
              <a:defRPr sz="2100" b="0">
                <a:solidFill>
                  <a:srgbClr val="5C6867"/>
                </a:solidFill>
                <a:latin typeface="Arial"/>
                <a:ea typeface="Arial"/>
                <a:cs typeface="Arial"/>
              </a:defRPr>
            </a:lvl3pPr>
            <a:lvl4pPr>
              <a:defRPr sz="2100" b="0">
                <a:solidFill>
                  <a:srgbClr val="5C6867"/>
                </a:solidFill>
                <a:latin typeface="Arial"/>
                <a:ea typeface="Arial"/>
                <a:cs typeface="Arial"/>
              </a:defRPr>
            </a:lvl4pPr>
            <a:lvl5pPr>
              <a:defRPr sz="2100" b="0">
                <a:solidFill>
                  <a:srgbClr val="5C6867"/>
                </a:solidFill>
                <a:latin typeface="Arial"/>
                <a:ea typeface="Arial"/>
                <a:cs typeface="Arial"/>
              </a:defRPr>
            </a:lvl5pPr>
            <a:lvl6pPr>
              <a:defRPr sz="2100" b="0">
                <a:solidFill>
                  <a:srgbClr val="5C6867"/>
                </a:solidFill>
                <a:latin typeface="Arial"/>
                <a:ea typeface="Arial"/>
                <a:cs typeface="Arial"/>
              </a:defRPr>
            </a:lvl6pPr>
            <a:lvl7pPr>
              <a:defRPr sz="2100" b="0">
                <a:solidFill>
                  <a:srgbClr val="5C6867"/>
                </a:solidFill>
                <a:latin typeface="Arial"/>
                <a:ea typeface="Arial"/>
                <a:cs typeface="Arial"/>
              </a:defRPr>
            </a:lvl7pPr>
            <a:lvl8pPr>
              <a:defRPr sz="2100" b="0">
                <a:solidFill>
                  <a:srgbClr val="5C6867"/>
                </a:solidFill>
                <a:latin typeface="Arial"/>
                <a:ea typeface="Arial"/>
                <a:cs typeface="Arial"/>
              </a:defRPr>
            </a:lvl8pPr>
            <a:lvl9pPr>
              <a:defRPr sz="2100" b="0">
                <a:solidFill>
                  <a:srgbClr val="5C6867"/>
                </a:solidFill>
                <a:latin typeface="Arial"/>
                <a:ea typeface="Arial"/>
                <a:cs typeface="Arial"/>
              </a:defRPr>
            </a:lvl9pPr>
          </a:lstStyle>
          <a:p xmlns:a="http://schemas.openxmlformats.org/drawingml/2006/main">
            <a:pPr>
              <a:defRPr sz="2100" b="0">
                <a:solidFill>
                  <a:srgbClr val="5C6867"/>
                </a:solidFill>
                <a:latin typeface="Arial"/>
                <a:ea typeface="Arial"/>
                <a:cs typeface="Arial"/>
              </a:defRPr>
            </a:pPr>
            <a:r>
              <a:rPr sz="2100" b="0">
                <a:solidFill>
                  <a:srgbClr val="5C6867"/>
                </a:solidFill>
                <a:latin typeface="Arial"/>
                <a:ea typeface="Arial"/>
                <a:cs typeface="Arial"/>
              </a:rPr>
              <a:t>500 USDT bütçeli AVAX alımı</a:t>
            </a:r>
          </a:p>
        </p:txBody>
      </p:sp>
      <p:sp>
        <p:nvSpPr>
          <p:cNvPr id="4" name="">
            <a:extLst xmlns:a="http://schemas.openxmlformats.org/drawingml/2006/main">
              <a:ext uri="{FF2B5EF4-FFF2-40B4-BE49-F238E27FC236}">
                <a16:creationId xmlns:a16="http://schemas.microsoft.com/office/drawing/2014/main" id="{C86D0D6A-3219-4791-87BA-1A51786F8146}"/>
              </a:ext>
            </a:extLst>
          </p:cNvPr>
          <p:cNvSpPr>
            <a:spLocks xmlns:a="http://schemas.openxmlformats.org/drawingml/2006/main" noGrp="1"/>
          </p:cNvSpPr>
          <p:nvPr/>
        </p:nvSpPr>
        <p:spPr>
          <a:xfrm xmlns:a="http://schemas.openxmlformats.org/drawingml/2006/main">
            <a:off x="704850" y="2333625"/>
            <a:ext cx="3810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850" b="1">
                <a:solidFill>
                  <a:srgbClr val="D94435"/>
                </a:solidFill>
                <a:latin typeface="Arial"/>
                <a:ea typeface="Arial"/>
                <a:cs typeface="Arial"/>
              </a:defRPr>
            </a:defPPr>
            <a:lvl1pPr>
              <a:defRPr sz="5850" b="1">
                <a:solidFill>
                  <a:srgbClr val="D94435"/>
                </a:solidFill>
                <a:latin typeface="Arial"/>
                <a:ea typeface="Arial"/>
                <a:cs typeface="Arial"/>
              </a:defRPr>
            </a:lvl1pPr>
            <a:lvl2pPr>
              <a:defRPr sz="5850" b="1">
                <a:solidFill>
                  <a:srgbClr val="D94435"/>
                </a:solidFill>
                <a:latin typeface="Arial"/>
                <a:ea typeface="Arial"/>
                <a:cs typeface="Arial"/>
              </a:defRPr>
            </a:lvl2pPr>
            <a:lvl3pPr>
              <a:defRPr sz="5850" b="1">
                <a:solidFill>
                  <a:srgbClr val="D94435"/>
                </a:solidFill>
                <a:latin typeface="Arial"/>
                <a:ea typeface="Arial"/>
                <a:cs typeface="Arial"/>
              </a:defRPr>
            </a:lvl3pPr>
            <a:lvl4pPr>
              <a:defRPr sz="5850" b="1">
                <a:solidFill>
                  <a:srgbClr val="D94435"/>
                </a:solidFill>
                <a:latin typeface="Arial"/>
                <a:ea typeface="Arial"/>
                <a:cs typeface="Arial"/>
              </a:defRPr>
            </a:lvl4pPr>
            <a:lvl5pPr>
              <a:defRPr sz="5850" b="1">
                <a:solidFill>
                  <a:srgbClr val="D94435"/>
                </a:solidFill>
                <a:latin typeface="Arial"/>
                <a:ea typeface="Arial"/>
                <a:cs typeface="Arial"/>
              </a:defRPr>
            </a:lvl5pPr>
            <a:lvl6pPr>
              <a:defRPr sz="5850" b="1">
                <a:solidFill>
                  <a:srgbClr val="D94435"/>
                </a:solidFill>
                <a:latin typeface="Arial"/>
                <a:ea typeface="Arial"/>
                <a:cs typeface="Arial"/>
              </a:defRPr>
            </a:lvl6pPr>
            <a:lvl7pPr>
              <a:defRPr sz="5850" b="1">
                <a:solidFill>
                  <a:srgbClr val="D94435"/>
                </a:solidFill>
                <a:latin typeface="Arial"/>
                <a:ea typeface="Arial"/>
                <a:cs typeface="Arial"/>
              </a:defRPr>
            </a:lvl7pPr>
            <a:lvl8pPr>
              <a:defRPr sz="5850" b="1">
                <a:solidFill>
                  <a:srgbClr val="D94435"/>
                </a:solidFill>
                <a:latin typeface="Arial"/>
                <a:ea typeface="Arial"/>
                <a:cs typeface="Arial"/>
              </a:defRPr>
            </a:lvl8pPr>
            <a:lvl9pPr>
              <a:defRPr sz="5850" b="1">
                <a:solidFill>
                  <a:srgbClr val="D94435"/>
                </a:solidFill>
                <a:latin typeface="Arial"/>
                <a:ea typeface="Arial"/>
                <a:cs typeface="Arial"/>
              </a:defRPr>
            </a:lvl9pPr>
          </a:lstStyle>
          <a:p xmlns:a="http://schemas.openxmlformats.org/drawingml/2006/main">
            <a:pPr>
              <a:defRPr sz="5850" b="1">
                <a:solidFill>
                  <a:srgbClr val="D94435"/>
                </a:solidFill>
                <a:latin typeface="Arial"/>
                <a:ea typeface="Arial"/>
                <a:cs typeface="Arial"/>
              </a:defRPr>
            </a:pPr>
            <a:r>
              <a:rPr sz="5850" b="1">
                <a:solidFill>
                  <a:srgbClr val="D94435"/>
                </a:solidFill>
                <a:latin typeface="Arial"/>
                <a:ea typeface="Arial"/>
                <a:cs typeface="Arial"/>
              </a:rPr>
              <a:t>%35</a:t>
            </a:r>
          </a:p>
        </p:txBody>
      </p:sp>
      <p:sp>
        <p:nvSpPr>
          <p:cNvPr id="5" name="">
            <a:extLst xmlns:a="http://schemas.openxmlformats.org/drawingml/2006/main">
              <a:ext uri="{FF2B5EF4-FFF2-40B4-BE49-F238E27FC236}">
                <a16:creationId xmlns:a16="http://schemas.microsoft.com/office/drawing/2014/main" id="{45FCD6E6-BAD4-4E34-ADD2-FD2E934562EC}"/>
              </a:ext>
            </a:extLst>
          </p:cNvPr>
          <p:cNvSpPr>
            <a:spLocks xmlns:a="http://schemas.openxmlformats.org/drawingml/2006/main" noGrp="1"/>
          </p:cNvSpPr>
          <p:nvPr/>
        </p:nvSpPr>
        <p:spPr>
          <a:xfrm xmlns:a="http://schemas.openxmlformats.org/drawingml/2006/main">
            <a:off x="723900" y="3352800"/>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C6867"/>
                </a:solidFill>
                <a:latin typeface="Arial"/>
                <a:ea typeface="Arial"/>
                <a:cs typeface="Arial"/>
              </a:defRPr>
            </a:defPPr>
            <a:lvl1pPr>
              <a:defRPr sz="1950" b="0">
                <a:solidFill>
                  <a:srgbClr val="5C6867"/>
                </a:solidFill>
                <a:latin typeface="Arial"/>
                <a:ea typeface="Arial"/>
                <a:cs typeface="Arial"/>
              </a:defRPr>
            </a:lvl1pPr>
            <a:lvl2pPr>
              <a:defRPr sz="1950" b="0">
                <a:solidFill>
                  <a:srgbClr val="5C6867"/>
                </a:solidFill>
                <a:latin typeface="Arial"/>
                <a:ea typeface="Arial"/>
                <a:cs typeface="Arial"/>
              </a:defRPr>
            </a:lvl2pPr>
            <a:lvl3pPr>
              <a:defRPr sz="1950" b="0">
                <a:solidFill>
                  <a:srgbClr val="5C6867"/>
                </a:solidFill>
                <a:latin typeface="Arial"/>
                <a:ea typeface="Arial"/>
                <a:cs typeface="Arial"/>
              </a:defRPr>
            </a:lvl3pPr>
            <a:lvl4pPr>
              <a:defRPr sz="1950" b="0">
                <a:solidFill>
                  <a:srgbClr val="5C6867"/>
                </a:solidFill>
                <a:latin typeface="Arial"/>
                <a:ea typeface="Arial"/>
                <a:cs typeface="Arial"/>
              </a:defRPr>
            </a:lvl4pPr>
            <a:lvl5pPr>
              <a:defRPr sz="1950" b="0">
                <a:solidFill>
                  <a:srgbClr val="5C6867"/>
                </a:solidFill>
                <a:latin typeface="Arial"/>
                <a:ea typeface="Arial"/>
                <a:cs typeface="Arial"/>
              </a:defRPr>
            </a:lvl5pPr>
            <a:lvl6pPr>
              <a:defRPr sz="1950" b="0">
                <a:solidFill>
                  <a:srgbClr val="5C6867"/>
                </a:solidFill>
                <a:latin typeface="Arial"/>
                <a:ea typeface="Arial"/>
                <a:cs typeface="Arial"/>
              </a:defRPr>
            </a:lvl6pPr>
            <a:lvl7pPr>
              <a:defRPr sz="1950" b="0">
                <a:solidFill>
                  <a:srgbClr val="5C6867"/>
                </a:solidFill>
                <a:latin typeface="Arial"/>
                <a:ea typeface="Arial"/>
                <a:cs typeface="Arial"/>
              </a:defRPr>
            </a:lvl7pPr>
            <a:lvl8pPr>
              <a:defRPr sz="1950" b="0">
                <a:solidFill>
                  <a:srgbClr val="5C6867"/>
                </a:solidFill>
                <a:latin typeface="Arial"/>
                <a:ea typeface="Arial"/>
                <a:cs typeface="Arial"/>
              </a:defRPr>
            </a:lvl8pPr>
            <a:lvl9pPr>
              <a:defRPr sz="1950" b="0">
                <a:solidFill>
                  <a:srgbClr val="5C6867"/>
                </a:solidFill>
                <a:latin typeface="Arial"/>
                <a:ea typeface="Arial"/>
                <a:cs typeface="Arial"/>
              </a:defRPr>
            </a:lvl9pPr>
          </a:lstStyle>
          <a:p xmlns:a="http://schemas.openxmlformats.org/drawingml/2006/main">
            <a:pPr>
              <a:defRPr sz="1950" b="0">
                <a:solidFill>
                  <a:srgbClr val="5C6867"/>
                </a:solidFill>
                <a:latin typeface="Arial"/>
                <a:ea typeface="Arial"/>
                <a:cs typeface="Arial"/>
              </a:defRPr>
            </a:pPr>
            <a:r>
              <a:rPr sz="1950" b="0">
                <a:solidFill>
                  <a:srgbClr val="5C6867"/>
                </a:solidFill>
                <a:latin typeface="Arial"/>
                <a:ea typeface="Arial"/>
                <a:cs typeface="Arial"/>
              </a:rPr>
              <a:t>Kesintide görünen ilerleme</a:t>
            </a:r>
          </a:p>
        </p:txBody>
      </p:sp>
      <p:sp>
        <p:nvSpPr>
          <p:cNvPr id="6" name="">
            <a:extLst xmlns:a="http://schemas.openxmlformats.org/drawingml/2006/main">
              <a:ext uri="{FF2B5EF4-FFF2-40B4-BE49-F238E27FC236}">
                <a16:creationId xmlns:a16="http://schemas.microsoft.com/office/drawing/2014/main" id="{841A9153-53DC-43C3-AE86-9CB901ED2B22}"/>
              </a:ext>
            </a:extLst>
          </p:cNvPr>
          <p:cNvSpPr>
            <a:spLocks xmlns:a="http://schemas.openxmlformats.org/drawingml/2006/main" noGrp="1"/>
          </p:cNvSpPr>
          <p:nvPr/>
        </p:nvSpPr>
        <p:spPr>
          <a:xfrm xmlns:a="http://schemas.openxmlformats.org/drawingml/2006/main">
            <a:off x="6553200" y="2333625"/>
            <a:ext cx="4000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850" b="1">
                <a:solidFill>
                  <a:srgbClr val="216D56"/>
                </a:solidFill>
                <a:latin typeface="Arial"/>
                <a:ea typeface="Arial"/>
                <a:cs typeface="Arial"/>
              </a:defRPr>
            </a:defPPr>
            <a:lvl1pPr>
              <a:defRPr sz="5850" b="1">
                <a:solidFill>
                  <a:srgbClr val="216D56"/>
                </a:solidFill>
                <a:latin typeface="Arial"/>
                <a:ea typeface="Arial"/>
                <a:cs typeface="Arial"/>
              </a:defRPr>
            </a:lvl1pPr>
            <a:lvl2pPr>
              <a:defRPr sz="5850" b="1">
                <a:solidFill>
                  <a:srgbClr val="216D56"/>
                </a:solidFill>
                <a:latin typeface="Arial"/>
                <a:ea typeface="Arial"/>
                <a:cs typeface="Arial"/>
              </a:defRPr>
            </a:lvl2pPr>
            <a:lvl3pPr>
              <a:defRPr sz="5850" b="1">
                <a:solidFill>
                  <a:srgbClr val="216D56"/>
                </a:solidFill>
                <a:latin typeface="Arial"/>
                <a:ea typeface="Arial"/>
                <a:cs typeface="Arial"/>
              </a:defRPr>
            </a:lvl3pPr>
            <a:lvl4pPr>
              <a:defRPr sz="5850" b="1">
                <a:solidFill>
                  <a:srgbClr val="216D56"/>
                </a:solidFill>
                <a:latin typeface="Arial"/>
                <a:ea typeface="Arial"/>
                <a:cs typeface="Arial"/>
              </a:defRPr>
            </a:lvl4pPr>
            <a:lvl5pPr>
              <a:defRPr sz="5850" b="1">
                <a:solidFill>
                  <a:srgbClr val="216D56"/>
                </a:solidFill>
                <a:latin typeface="Arial"/>
                <a:ea typeface="Arial"/>
                <a:cs typeface="Arial"/>
              </a:defRPr>
            </a:lvl5pPr>
            <a:lvl6pPr>
              <a:defRPr sz="5850" b="1">
                <a:solidFill>
                  <a:srgbClr val="216D56"/>
                </a:solidFill>
                <a:latin typeface="Arial"/>
                <a:ea typeface="Arial"/>
                <a:cs typeface="Arial"/>
              </a:defRPr>
            </a:lvl6pPr>
            <a:lvl7pPr>
              <a:defRPr sz="5850" b="1">
                <a:solidFill>
                  <a:srgbClr val="216D56"/>
                </a:solidFill>
                <a:latin typeface="Arial"/>
                <a:ea typeface="Arial"/>
                <a:cs typeface="Arial"/>
              </a:defRPr>
            </a:lvl7pPr>
            <a:lvl8pPr>
              <a:defRPr sz="5850" b="1">
                <a:solidFill>
                  <a:srgbClr val="216D56"/>
                </a:solidFill>
                <a:latin typeface="Arial"/>
                <a:ea typeface="Arial"/>
                <a:cs typeface="Arial"/>
              </a:defRPr>
            </a:lvl8pPr>
            <a:lvl9pPr>
              <a:defRPr sz="5850" b="1">
                <a:solidFill>
                  <a:srgbClr val="216D56"/>
                </a:solidFill>
                <a:latin typeface="Arial"/>
                <a:ea typeface="Arial"/>
                <a:cs typeface="Arial"/>
              </a:defRPr>
            </a:lvl9pPr>
          </a:lstStyle>
          <a:p xmlns:a="http://schemas.openxmlformats.org/drawingml/2006/main">
            <a:pPr>
              <a:defRPr sz="5850" b="1">
                <a:solidFill>
                  <a:srgbClr val="216D56"/>
                </a:solidFill>
                <a:latin typeface="Arial"/>
                <a:ea typeface="Arial"/>
                <a:cs typeface="Arial"/>
              </a:defRPr>
            </a:pPr>
            <a:r>
              <a:rPr sz="5850" b="1">
                <a:solidFill>
                  <a:srgbClr val="216D56"/>
                </a:solidFill>
                <a:latin typeface="Arial"/>
                <a:ea typeface="Arial"/>
                <a:cs typeface="Arial"/>
              </a:rPr>
              <a:t>%45</a:t>
            </a:r>
          </a:p>
        </p:txBody>
      </p:sp>
      <p:sp>
        <p:nvSpPr>
          <p:cNvPr id="7" name="">
            <a:extLst xmlns:a="http://schemas.openxmlformats.org/drawingml/2006/main">
              <a:ext uri="{FF2B5EF4-FFF2-40B4-BE49-F238E27FC236}">
                <a16:creationId xmlns:a16="http://schemas.microsoft.com/office/drawing/2014/main" id="{37275EC0-7ACB-41A2-A25E-51798162919D}"/>
              </a:ext>
            </a:extLst>
          </p:cNvPr>
          <p:cNvSpPr>
            <a:spLocks xmlns:a="http://schemas.openxmlformats.org/drawingml/2006/main" noGrp="1"/>
          </p:cNvSpPr>
          <p:nvPr/>
        </p:nvSpPr>
        <p:spPr>
          <a:xfrm xmlns:a="http://schemas.openxmlformats.org/drawingml/2006/main">
            <a:off x="6591300" y="33528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C6867"/>
                </a:solidFill>
                <a:latin typeface="Arial"/>
                <a:ea typeface="Arial"/>
                <a:cs typeface="Arial"/>
              </a:defRPr>
            </a:defPPr>
            <a:lvl1pPr>
              <a:defRPr sz="1950" b="0">
                <a:solidFill>
                  <a:srgbClr val="5C6867"/>
                </a:solidFill>
                <a:latin typeface="Arial"/>
                <a:ea typeface="Arial"/>
                <a:cs typeface="Arial"/>
              </a:defRPr>
            </a:lvl1pPr>
            <a:lvl2pPr>
              <a:defRPr sz="1950" b="0">
                <a:solidFill>
                  <a:srgbClr val="5C6867"/>
                </a:solidFill>
                <a:latin typeface="Arial"/>
                <a:ea typeface="Arial"/>
                <a:cs typeface="Arial"/>
              </a:defRPr>
            </a:lvl2pPr>
            <a:lvl3pPr>
              <a:defRPr sz="1950" b="0">
                <a:solidFill>
                  <a:srgbClr val="5C6867"/>
                </a:solidFill>
                <a:latin typeface="Arial"/>
                <a:ea typeface="Arial"/>
                <a:cs typeface="Arial"/>
              </a:defRPr>
            </a:lvl3pPr>
            <a:lvl4pPr>
              <a:defRPr sz="1950" b="0">
                <a:solidFill>
                  <a:srgbClr val="5C6867"/>
                </a:solidFill>
                <a:latin typeface="Arial"/>
                <a:ea typeface="Arial"/>
                <a:cs typeface="Arial"/>
              </a:defRPr>
            </a:lvl4pPr>
            <a:lvl5pPr>
              <a:defRPr sz="1950" b="0">
                <a:solidFill>
                  <a:srgbClr val="5C6867"/>
                </a:solidFill>
                <a:latin typeface="Arial"/>
                <a:ea typeface="Arial"/>
                <a:cs typeface="Arial"/>
              </a:defRPr>
            </a:lvl5pPr>
            <a:lvl6pPr>
              <a:defRPr sz="1950" b="0">
                <a:solidFill>
                  <a:srgbClr val="5C6867"/>
                </a:solidFill>
                <a:latin typeface="Arial"/>
                <a:ea typeface="Arial"/>
                <a:cs typeface="Arial"/>
              </a:defRPr>
            </a:lvl6pPr>
            <a:lvl7pPr>
              <a:defRPr sz="1950" b="0">
                <a:solidFill>
                  <a:srgbClr val="5C6867"/>
                </a:solidFill>
                <a:latin typeface="Arial"/>
                <a:ea typeface="Arial"/>
                <a:cs typeface="Arial"/>
              </a:defRPr>
            </a:lvl7pPr>
            <a:lvl8pPr>
              <a:defRPr sz="1950" b="0">
                <a:solidFill>
                  <a:srgbClr val="5C6867"/>
                </a:solidFill>
                <a:latin typeface="Arial"/>
                <a:ea typeface="Arial"/>
                <a:cs typeface="Arial"/>
              </a:defRPr>
            </a:lvl8pPr>
            <a:lvl9pPr>
              <a:defRPr sz="1950" b="0">
                <a:solidFill>
                  <a:srgbClr val="5C6867"/>
                </a:solidFill>
                <a:latin typeface="Arial"/>
                <a:ea typeface="Arial"/>
                <a:cs typeface="Arial"/>
              </a:defRPr>
            </a:lvl9pPr>
          </a:lstStyle>
          <a:p xmlns:a="http://schemas.openxmlformats.org/drawingml/2006/main">
            <a:pPr>
              <a:defRPr sz="1950" b="0">
                <a:solidFill>
                  <a:srgbClr val="5C6867"/>
                </a:solidFill>
                <a:latin typeface="Arial"/>
                <a:ea typeface="Arial"/>
                <a:cs typeface="Arial"/>
              </a:defRPr>
            </a:pPr>
            <a:r>
              <a:rPr sz="1950" b="0">
                <a:solidFill>
                  <a:srgbClr val="5C6867"/>
                </a:solidFill>
                <a:latin typeface="Arial"/>
                <a:ea typeface="Arial"/>
                <a:cs typeface="Arial"/>
              </a:rPr>
              <a:t>Kayıtlarla doğrulanan ilerleme</a:t>
            </a:r>
          </a:p>
        </p:txBody>
      </p:sp>
      <p:sp>
        <p:nvSpPr>
          <p:cNvPr id="8" name="">
            <a:extLst xmlns:a="http://schemas.openxmlformats.org/drawingml/2006/main">
              <a:ext uri="{FF2B5EF4-FFF2-40B4-BE49-F238E27FC236}">
                <a16:creationId xmlns:a16="http://schemas.microsoft.com/office/drawing/2014/main" id="{C63D718E-2837-479B-A3E7-CC6A793A29D3}"/>
              </a:ext>
            </a:extLst>
          </p:cNvPr>
          <p:cNvSpPr>
            <a:spLocks xmlns:a="http://schemas.openxmlformats.org/drawingml/2006/main" noGrp="1"/>
          </p:cNvSpPr>
          <p:nvPr/>
        </p:nvSpPr>
        <p:spPr>
          <a:xfrm xmlns:a="http://schemas.openxmlformats.org/drawingml/2006/main">
            <a:off x="723900" y="4019550"/>
            <a:ext cx="10744200" cy="114300"/>
          </a:xfrm>
          <a:prstGeom xmlns:a="http://schemas.openxmlformats.org/drawingml/2006/main" prst="rect">
            <a:avLst/>
          </a:prstGeom>
          <a:solidFill xmlns:a="http://schemas.openxmlformats.org/drawingml/2006/main">
            <a:srgbClr val="DADDD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03047E1-3278-44ED-9305-0BB549ACE30E}"/>
              </a:ext>
            </a:extLst>
          </p:cNvPr>
          <p:cNvSpPr>
            <a:spLocks xmlns:a="http://schemas.openxmlformats.org/drawingml/2006/main" noGrp="1"/>
          </p:cNvSpPr>
          <p:nvPr/>
        </p:nvSpPr>
        <p:spPr>
          <a:xfrm xmlns:a="http://schemas.openxmlformats.org/drawingml/2006/main">
            <a:off x="723900" y="4019550"/>
            <a:ext cx="3762375" cy="114300"/>
          </a:xfrm>
          <a:prstGeom xmlns:a="http://schemas.openxmlformats.org/drawingml/2006/main" prst="rect">
            <a:avLst/>
          </a:prstGeom>
          <a:solidFill xmlns:a="http://schemas.openxmlformats.org/drawingml/2006/main">
            <a:srgbClr val="D9443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C8077D4-BB20-48B4-947F-22B1D54BE871}"/>
              </a:ext>
            </a:extLst>
          </p:cNvPr>
          <p:cNvSpPr>
            <a:spLocks xmlns:a="http://schemas.openxmlformats.org/drawingml/2006/main" noGrp="1"/>
          </p:cNvSpPr>
          <p:nvPr/>
        </p:nvSpPr>
        <p:spPr>
          <a:xfrm xmlns:a="http://schemas.openxmlformats.org/drawingml/2006/main">
            <a:off x="4486275" y="4019550"/>
            <a:ext cx="1076325" cy="114300"/>
          </a:xfrm>
          <a:prstGeom xmlns:a="http://schemas.openxmlformats.org/drawingml/2006/main" prst="rect">
            <a:avLst/>
          </a:prstGeom>
          <a:solidFill xmlns:a="http://schemas.openxmlformats.org/drawingml/2006/main">
            <a:srgbClr val="216D5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1385434-9A8F-47BF-91F6-465A3D09E26F}"/>
              </a:ext>
            </a:extLst>
          </p:cNvPr>
          <p:cNvSpPr>
            <a:spLocks xmlns:a="http://schemas.openxmlformats.org/drawingml/2006/main" noGrp="1"/>
          </p:cNvSpPr>
          <p:nvPr/>
        </p:nvSpPr>
        <p:spPr>
          <a:xfrm xmlns:a="http://schemas.openxmlformats.org/drawingml/2006/main">
            <a:off x="723900" y="4562475"/>
            <a:ext cx="552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72526"/>
                </a:solidFill>
                <a:latin typeface="Arial"/>
                <a:ea typeface="Arial"/>
                <a:cs typeface="Arial"/>
              </a:defRPr>
            </a:defPPr>
            <a:lvl1pPr>
              <a:defRPr sz="3150" b="1">
                <a:solidFill>
                  <a:srgbClr val="172526"/>
                </a:solidFill>
                <a:latin typeface="Arial"/>
                <a:ea typeface="Arial"/>
                <a:cs typeface="Arial"/>
              </a:defRPr>
            </a:lvl1pPr>
            <a:lvl2pPr>
              <a:defRPr sz="3150" b="1">
                <a:solidFill>
                  <a:srgbClr val="172526"/>
                </a:solidFill>
                <a:latin typeface="Arial"/>
                <a:ea typeface="Arial"/>
                <a:cs typeface="Arial"/>
              </a:defRPr>
            </a:lvl2pPr>
            <a:lvl3pPr>
              <a:defRPr sz="3150" b="1">
                <a:solidFill>
                  <a:srgbClr val="172526"/>
                </a:solidFill>
                <a:latin typeface="Arial"/>
                <a:ea typeface="Arial"/>
                <a:cs typeface="Arial"/>
              </a:defRPr>
            </a:lvl3pPr>
            <a:lvl4pPr>
              <a:defRPr sz="3150" b="1">
                <a:solidFill>
                  <a:srgbClr val="172526"/>
                </a:solidFill>
                <a:latin typeface="Arial"/>
                <a:ea typeface="Arial"/>
                <a:cs typeface="Arial"/>
              </a:defRPr>
            </a:lvl4pPr>
            <a:lvl5pPr>
              <a:defRPr sz="3150" b="1">
                <a:solidFill>
                  <a:srgbClr val="172526"/>
                </a:solidFill>
                <a:latin typeface="Arial"/>
                <a:ea typeface="Arial"/>
                <a:cs typeface="Arial"/>
              </a:defRPr>
            </a:lvl5pPr>
            <a:lvl6pPr>
              <a:defRPr sz="3150" b="1">
                <a:solidFill>
                  <a:srgbClr val="172526"/>
                </a:solidFill>
                <a:latin typeface="Arial"/>
                <a:ea typeface="Arial"/>
                <a:cs typeface="Arial"/>
              </a:defRPr>
            </a:lvl6pPr>
            <a:lvl7pPr>
              <a:defRPr sz="3150" b="1">
                <a:solidFill>
                  <a:srgbClr val="172526"/>
                </a:solidFill>
                <a:latin typeface="Arial"/>
                <a:ea typeface="Arial"/>
                <a:cs typeface="Arial"/>
              </a:defRPr>
            </a:lvl7pPr>
            <a:lvl8pPr>
              <a:defRPr sz="3150" b="1">
                <a:solidFill>
                  <a:srgbClr val="172526"/>
                </a:solidFill>
                <a:latin typeface="Arial"/>
                <a:ea typeface="Arial"/>
                <a:cs typeface="Arial"/>
              </a:defRPr>
            </a:lvl8pPr>
            <a:lvl9pPr>
              <a:defRPr sz="3150" b="1">
                <a:solidFill>
                  <a:srgbClr val="172526"/>
                </a:solidFill>
                <a:latin typeface="Arial"/>
                <a:ea typeface="Arial"/>
                <a:cs typeface="Arial"/>
              </a:defRPr>
            </a:lvl9pPr>
          </a:lstStyle>
          <a:p xmlns:a="http://schemas.openxmlformats.org/drawingml/2006/main">
            <a:pPr>
              <a:defRPr sz="3150" b="1">
                <a:solidFill>
                  <a:srgbClr val="172526"/>
                </a:solidFill>
                <a:latin typeface="Arial"/>
                <a:ea typeface="Arial"/>
                <a:cs typeface="Arial"/>
              </a:defRPr>
            </a:pPr>
            <a:r>
              <a:rPr sz="3150" b="1">
                <a:solidFill>
                  <a:srgbClr val="172526"/>
                </a:solidFill>
                <a:latin typeface="Arial"/>
                <a:ea typeface="Arial"/>
                <a:cs typeface="Arial"/>
              </a:rPr>
              <a:t>175 USDT + 50 USDT</a:t>
            </a:r>
          </a:p>
        </p:txBody>
      </p:sp>
      <p:sp>
        <p:nvSpPr>
          <p:cNvPr id="12" name="">
            <a:extLst xmlns:a="http://schemas.openxmlformats.org/drawingml/2006/main">
              <a:ext uri="{FF2B5EF4-FFF2-40B4-BE49-F238E27FC236}">
                <a16:creationId xmlns:a16="http://schemas.microsoft.com/office/drawing/2014/main" id="{B770A040-48A7-405A-AB98-948D6A5886E1}"/>
              </a:ext>
            </a:extLst>
          </p:cNvPr>
          <p:cNvSpPr>
            <a:spLocks xmlns:a="http://schemas.openxmlformats.org/drawingml/2006/main" noGrp="1"/>
          </p:cNvSpPr>
          <p:nvPr/>
        </p:nvSpPr>
        <p:spPr>
          <a:xfrm xmlns:a="http://schemas.openxmlformats.org/drawingml/2006/main">
            <a:off x="7277100" y="4562475"/>
            <a:ext cx="409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72526"/>
                </a:solidFill>
                <a:latin typeface="Arial"/>
                <a:ea typeface="Arial"/>
                <a:cs typeface="Arial"/>
              </a:defRPr>
            </a:defPPr>
            <a:lvl1pPr>
              <a:defRPr sz="3150" b="1">
                <a:solidFill>
                  <a:srgbClr val="172526"/>
                </a:solidFill>
                <a:latin typeface="Arial"/>
                <a:ea typeface="Arial"/>
                <a:cs typeface="Arial"/>
              </a:defRPr>
            </a:lvl1pPr>
            <a:lvl2pPr>
              <a:defRPr sz="3150" b="1">
                <a:solidFill>
                  <a:srgbClr val="172526"/>
                </a:solidFill>
                <a:latin typeface="Arial"/>
                <a:ea typeface="Arial"/>
                <a:cs typeface="Arial"/>
              </a:defRPr>
            </a:lvl2pPr>
            <a:lvl3pPr>
              <a:defRPr sz="3150" b="1">
                <a:solidFill>
                  <a:srgbClr val="172526"/>
                </a:solidFill>
                <a:latin typeface="Arial"/>
                <a:ea typeface="Arial"/>
                <a:cs typeface="Arial"/>
              </a:defRPr>
            </a:lvl3pPr>
            <a:lvl4pPr>
              <a:defRPr sz="3150" b="1">
                <a:solidFill>
                  <a:srgbClr val="172526"/>
                </a:solidFill>
                <a:latin typeface="Arial"/>
                <a:ea typeface="Arial"/>
                <a:cs typeface="Arial"/>
              </a:defRPr>
            </a:lvl4pPr>
            <a:lvl5pPr>
              <a:defRPr sz="3150" b="1">
                <a:solidFill>
                  <a:srgbClr val="172526"/>
                </a:solidFill>
                <a:latin typeface="Arial"/>
                <a:ea typeface="Arial"/>
                <a:cs typeface="Arial"/>
              </a:defRPr>
            </a:lvl5pPr>
            <a:lvl6pPr>
              <a:defRPr sz="3150" b="1">
                <a:solidFill>
                  <a:srgbClr val="172526"/>
                </a:solidFill>
                <a:latin typeface="Arial"/>
                <a:ea typeface="Arial"/>
                <a:cs typeface="Arial"/>
              </a:defRPr>
            </a:lvl6pPr>
            <a:lvl7pPr>
              <a:defRPr sz="3150" b="1">
                <a:solidFill>
                  <a:srgbClr val="172526"/>
                </a:solidFill>
                <a:latin typeface="Arial"/>
                <a:ea typeface="Arial"/>
                <a:cs typeface="Arial"/>
              </a:defRPr>
            </a:lvl7pPr>
            <a:lvl8pPr>
              <a:defRPr sz="3150" b="1">
                <a:solidFill>
                  <a:srgbClr val="172526"/>
                </a:solidFill>
                <a:latin typeface="Arial"/>
                <a:ea typeface="Arial"/>
                <a:cs typeface="Arial"/>
              </a:defRPr>
            </a:lvl8pPr>
            <a:lvl9pPr>
              <a:defRPr sz="3150" b="1">
                <a:solidFill>
                  <a:srgbClr val="172526"/>
                </a:solidFill>
                <a:latin typeface="Arial"/>
                <a:ea typeface="Arial"/>
                <a:cs typeface="Arial"/>
              </a:defRPr>
            </a:lvl9pPr>
          </a:lstStyle>
          <a:p xmlns:a="http://schemas.openxmlformats.org/drawingml/2006/main">
            <a:pPr>
              <a:defRPr sz="3150" b="1">
                <a:solidFill>
                  <a:srgbClr val="172526"/>
                </a:solidFill>
                <a:latin typeface="Arial"/>
                <a:ea typeface="Arial"/>
                <a:cs typeface="Arial"/>
              </a:defRPr>
            </a:pPr>
            <a:r>
              <a:rPr sz="3150" b="1">
                <a:solidFill>
                  <a:srgbClr val="172526"/>
                </a:solidFill>
                <a:latin typeface="Arial"/>
                <a:ea typeface="Arial"/>
                <a:cs typeface="Arial"/>
              </a:rPr>
              <a:t>275 USDT</a:t>
            </a:r>
          </a:p>
        </p:txBody>
      </p:sp>
      <p:sp>
        <p:nvSpPr>
          <p:cNvPr id="13" name="">
            <a:extLst xmlns:a="http://schemas.openxmlformats.org/drawingml/2006/main">
              <a:ext uri="{FF2B5EF4-FFF2-40B4-BE49-F238E27FC236}">
                <a16:creationId xmlns:a16="http://schemas.microsoft.com/office/drawing/2014/main" id="{F243EBED-80D8-41FF-84DC-FAFE27A4AB54}"/>
              </a:ext>
            </a:extLst>
          </p:cNvPr>
          <p:cNvSpPr>
            <a:spLocks xmlns:a="http://schemas.openxmlformats.org/drawingml/2006/main" noGrp="1"/>
          </p:cNvSpPr>
          <p:nvPr/>
        </p:nvSpPr>
        <p:spPr>
          <a:xfrm xmlns:a="http://schemas.openxmlformats.org/drawingml/2006/main">
            <a:off x="723900" y="5238750"/>
            <a:ext cx="552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C6867"/>
                </a:solidFill>
                <a:latin typeface="Arial"/>
                <a:ea typeface="Arial"/>
                <a:cs typeface="Arial"/>
              </a:defRPr>
            </a:defPPr>
            <a:lvl1pPr>
              <a:defRPr sz="1950" b="0">
                <a:solidFill>
                  <a:srgbClr val="5C6867"/>
                </a:solidFill>
                <a:latin typeface="Arial"/>
                <a:ea typeface="Arial"/>
                <a:cs typeface="Arial"/>
              </a:defRPr>
            </a:lvl1pPr>
            <a:lvl2pPr>
              <a:defRPr sz="1950" b="0">
                <a:solidFill>
                  <a:srgbClr val="5C6867"/>
                </a:solidFill>
                <a:latin typeface="Arial"/>
                <a:ea typeface="Arial"/>
                <a:cs typeface="Arial"/>
              </a:defRPr>
            </a:lvl2pPr>
            <a:lvl3pPr>
              <a:defRPr sz="1950" b="0">
                <a:solidFill>
                  <a:srgbClr val="5C6867"/>
                </a:solidFill>
                <a:latin typeface="Arial"/>
                <a:ea typeface="Arial"/>
                <a:cs typeface="Arial"/>
              </a:defRPr>
            </a:lvl3pPr>
            <a:lvl4pPr>
              <a:defRPr sz="1950" b="0">
                <a:solidFill>
                  <a:srgbClr val="5C6867"/>
                </a:solidFill>
                <a:latin typeface="Arial"/>
                <a:ea typeface="Arial"/>
                <a:cs typeface="Arial"/>
              </a:defRPr>
            </a:lvl4pPr>
            <a:lvl5pPr>
              <a:defRPr sz="1950" b="0">
                <a:solidFill>
                  <a:srgbClr val="5C6867"/>
                </a:solidFill>
                <a:latin typeface="Arial"/>
                <a:ea typeface="Arial"/>
                <a:cs typeface="Arial"/>
              </a:defRPr>
            </a:lvl5pPr>
            <a:lvl6pPr>
              <a:defRPr sz="1950" b="0">
                <a:solidFill>
                  <a:srgbClr val="5C6867"/>
                </a:solidFill>
                <a:latin typeface="Arial"/>
                <a:ea typeface="Arial"/>
                <a:cs typeface="Arial"/>
              </a:defRPr>
            </a:lvl6pPr>
            <a:lvl7pPr>
              <a:defRPr sz="1950" b="0">
                <a:solidFill>
                  <a:srgbClr val="5C6867"/>
                </a:solidFill>
                <a:latin typeface="Arial"/>
                <a:ea typeface="Arial"/>
                <a:cs typeface="Arial"/>
              </a:defRPr>
            </a:lvl7pPr>
            <a:lvl8pPr>
              <a:defRPr sz="1950" b="0">
                <a:solidFill>
                  <a:srgbClr val="5C6867"/>
                </a:solidFill>
                <a:latin typeface="Arial"/>
                <a:ea typeface="Arial"/>
                <a:cs typeface="Arial"/>
              </a:defRPr>
            </a:lvl8pPr>
            <a:lvl9pPr>
              <a:defRPr sz="1950" b="0">
                <a:solidFill>
                  <a:srgbClr val="5C6867"/>
                </a:solidFill>
                <a:latin typeface="Arial"/>
                <a:ea typeface="Arial"/>
                <a:cs typeface="Arial"/>
              </a:defRPr>
            </a:lvl9pPr>
          </a:lstStyle>
          <a:p xmlns:a="http://schemas.openxmlformats.org/drawingml/2006/main">
            <a:pPr>
              <a:defRPr sz="1950" b="0">
                <a:solidFill>
                  <a:srgbClr val="5C6867"/>
                </a:solidFill>
                <a:latin typeface="Arial"/>
                <a:ea typeface="Arial"/>
                <a:cs typeface="Arial"/>
              </a:defRPr>
            </a:pPr>
            <a:r>
              <a:rPr sz="1950" b="0">
                <a:solidFill>
                  <a:srgbClr val="5C6867"/>
                </a:solidFill>
                <a:latin typeface="Arial"/>
                <a:ea typeface="Arial"/>
                <a:cs typeface="Arial"/>
              </a:rPr>
              <a:t>Tamamlanan iş korunur</a:t>
            </a:r>
          </a:p>
        </p:txBody>
      </p:sp>
      <p:sp>
        <p:nvSpPr>
          <p:cNvPr id="14" name="">
            <a:extLst xmlns:a="http://schemas.openxmlformats.org/drawingml/2006/main">
              <a:ext uri="{FF2B5EF4-FFF2-40B4-BE49-F238E27FC236}">
                <a16:creationId xmlns:a16="http://schemas.microsoft.com/office/drawing/2014/main" id="{CDB988B0-14B0-4144-83E5-CFC048FE7A5F}"/>
              </a:ext>
            </a:extLst>
          </p:cNvPr>
          <p:cNvSpPr>
            <a:spLocks xmlns:a="http://schemas.openxmlformats.org/drawingml/2006/main" noGrp="1"/>
          </p:cNvSpPr>
          <p:nvPr/>
        </p:nvSpPr>
        <p:spPr>
          <a:xfrm xmlns:a="http://schemas.openxmlformats.org/drawingml/2006/main">
            <a:off x="7277100" y="5238750"/>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C6867"/>
                </a:solidFill>
                <a:latin typeface="Arial"/>
                <a:ea typeface="Arial"/>
                <a:cs typeface="Arial"/>
              </a:defRPr>
            </a:defPPr>
            <a:lvl1pPr>
              <a:defRPr sz="1950" b="0">
                <a:solidFill>
                  <a:srgbClr val="5C6867"/>
                </a:solidFill>
                <a:latin typeface="Arial"/>
                <a:ea typeface="Arial"/>
                <a:cs typeface="Arial"/>
              </a:defRPr>
            </a:lvl1pPr>
            <a:lvl2pPr>
              <a:defRPr sz="1950" b="0">
                <a:solidFill>
                  <a:srgbClr val="5C6867"/>
                </a:solidFill>
                <a:latin typeface="Arial"/>
                <a:ea typeface="Arial"/>
                <a:cs typeface="Arial"/>
              </a:defRPr>
            </a:lvl2pPr>
            <a:lvl3pPr>
              <a:defRPr sz="1950" b="0">
                <a:solidFill>
                  <a:srgbClr val="5C6867"/>
                </a:solidFill>
                <a:latin typeface="Arial"/>
                <a:ea typeface="Arial"/>
                <a:cs typeface="Arial"/>
              </a:defRPr>
            </a:lvl3pPr>
            <a:lvl4pPr>
              <a:defRPr sz="1950" b="0">
                <a:solidFill>
                  <a:srgbClr val="5C6867"/>
                </a:solidFill>
                <a:latin typeface="Arial"/>
                <a:ea typeface="Arial"/>
                <a:cs typeface="Arial"/>
              </a:defRPr>
            </a:lvl4pPr>
            <a:lvl5pPr>
              <a:defRPr sz="1950" b="0">
                <a:solidFill>
                  <a:srgbClr val="5C6867"/>
                </a:solidFill>
                <a:latin typeface="Arial"/>
                <a:ea typeface="Arial"/>
                <a:cs typeface="Arial"/>
              </a:defRPr>
            </a:lvl5pPr>
            <a:lvl6pPr>
              <a:defRPr sz="1950" b="0">
                <a:solidFill>
                  <a:srgbClr val="5C6867"/>
                </a:solidFill>
                <a:latin typeface="Arial"/>
                <a:ea typeface="Arial"/>
                <a:cs typeface="Arial"/>
              </a:defRPr>
            </a:lvl6pPr>
            <a:lvl7pPr>
              <a:defRPr sz="1950" b="0">
                <a:solidFill>
                  <a:srgbClr val="5C6867"/>
                </a:solidFill>
                <a:latin typeface="Arial"/>
                <a:ea typeface="Arial"/>
                <a:cs typeface="Arial"/>
              </a:defRPr>
            </a:lvl7pPr>
            <a:lvl8pPr>
              <a:defRPr sz="1950" b="0">
                <a:solidFill>
                  <a:srgbClr val="5C6867"/>
                </a:solidFill>
                <a:latin typeface="Arial"/>
                <a:ea typeface="Arial"/>
                <a:cs typeface="Arial"/>
              </a:defRPr>
            </a:lvl8pPr>
            <a:lvl9pPr>
              <a:defRPr sz="1950" b="0">
                <a:solidFill>
                  <a:srgbClr val="5C6867"/>
                </a:solidFill>
                <a:latin typeface="Arial"/>
                <a:ea typeface="Arial"/>
                <a:cs typeface="Arial"/>
              </a:defRPr>
            </a:lvl9pPr>
          </a:lstStyle>
          <a:p xmlns:a="http://schemas.openxmlformats.org/drawingml/2006/main">
            <a:pPr>
              <a:defRPr sz="1950" b="0">
                <a:solidFill>
                  <a:srgbClr val="5C6867"/>
                </a:solidFill>
                <a:latin typeface="Arial"/>
                <a:ea typeface="Arial"/>
                <a:cs typeface="Arial"/>
              </a:defRPr>
            </a:pPr>
            <a:r>
              <a:rPr sz="1950" b="0">
                <a:solidFill>
                  <a:srgbClr val="5C6867"/>
                </a:solidFill>
                <a:latin typeface="Arial"/>
                <a:ea typeface="Arial"/>
                <a:cs typeface="Arial"/>
              </a:rPr>
              <a:t>Yeni ajanın kalan bütçesi</a:t>
            </a:r>
          </a:p>
        </p:txBody>
      </p:sp>
      <p:sp>
        <p:nvSpPr>
          <p:cNvPr id="15" name="">
            <a:extLst xmlns:a="http://schemas.openxmlformats.org/drawingml/2006/main">
              <a:ext uri="{FF2B5EF4-FFF2-40B4-BE49-F238E27FC236}">
                <a16:creationId xmlns:a16="http://schemas.microsoft.com/office/drawing/2014/main" id="{FD0079C1-E6E4-4092-9063-691CE99ACDF1}"/>
              </a:ext>
            </a:extLst>
          </p:cNvPr>
          <p:cNvSpPr>
            <a:spLocks xmlns:a="http://schemas.openxmlformats.org/drawingml/2006/main" noGrp="1"/>
          </p:cNvSpPr>
          <p:nvPr/>
        </p:nvSpPr>
        <p:spPr>
          <a:xfrm xmlns:a="http://schemas.openxmlformats.org/drawingml/2006/main">
            <a:off x="723900" y="6048375"/>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C6867"/>
                </a:solidFill>
                <a:latin typeface="Arial"/>
                <a:ea typeface="Arial"/>
                <a:cs typeface="Arial"/>
              </a:defRPr>
            </a:defPPr>
            <a:lvl1pPr>
              <a:defRPr sz="1425" b="0">
                <a:solidFill>
                  <a:srgbClr val="5C6867"/>
                </a:solidFill>
                <a:latin typeface="Arial"/>
                <a:ea typeface="Arial"/>
                <a:cs typeface="Arial"/>
              </a:defRPr>
            </a:lvl1pPr>
            <a:lvl2pPr>
              <a:defRPr sz="1425" b="0">
                <a:solidFill>
                  <a:srgbClr val="5C6867"/>
                </a:solidFill>
                <a:latin typeface="Arial"/>
                <a:ea typeface="Arial"/>
                <a:cs typeface="Arial"/>
              </a:defRPr>
            </a:lvl2pPr>
            <a:lvl3pPr>
              <a:defRPr sz="1425" b="0">
                <a:solidFill>
                  <a:srgbClr val="5C6867"/>
                </a:solidFill>
                <a:latin typeface="Arial"/>
                <a:ea typeface="Arial"/>
                <a:cs typeface="Arial"/>
              </a:defRPr>
            </a:lvl3pPr>
            <a:lvl4pPr>
              <a:defRPr sz="1425" b="0">
                <a:solidFill>
                  <a:srgbClr val="5C6867"/>
                </a:solidFill>
                <a:latin typeface="Arial"/>
                <a:ea typeface="Arial"/>
                <a:cs typeface="Arial"/>
              </a:defRPr>
            </a:lvl4pPr>
            <a:lvl5pPr>
              <a:defRPr sz="1425" b="0">
                <a:solidFill>
                  <a:srgbClr val="5C6867"/>
                </a:solidFill>
                <a:latin typeface="Arial"/>
                <a:ea typeface="Arial"/>
                <a:cs typeface="Arial"/>
              </a:defRPr>
            </a:lvl5pPr>
            <a:lvl6pPr>
              <a:defRPr sz="1425" b="0">
                <a:solidFill>
                  <a:srgbClr val="5C6867"/>
                </a:solidFill>
                <a:latin typeface="Arial"/>
                <a:ea typeface="Arial"/>
                <a:cs typeface="Arial"/>
              </a:defRPr>
            </a:lvl6pPr>
            <a:lvl7pPr>
              <a:defRPr sz="1425" b="0">
                <a:solidFill>
                  <a:srgbClr val="5C6867"/>
                </a:solidFill>
                <a:latin typeface="Arial"/>
                <a:ea typeface="Arial"/>
                <a:cs typeface="Arial"/>
              </a:defRPr>
            </a:lvl7pPr>
            <a:lvl8pPr>
              <a:defRPr sz="1425" b="0">
                <a:solidFill>
                  <a:srgbClr val="5C6867"/>
                </a:solidFill>
                <a:latin typeface="Arial"/>
                <a:ea typeface="Arial"/>
                <a:cs typeface="Arial"/>
              </a:defRPr>
            </a:lvl8pPr>
            <a:lvl9pPr>
              <a:defRPr sz="1425" b="0">
                <a:solidFill>
                  <a:srgbClr val="5C6867"/>
                </a:solidFill>
                <a:latin typeface="Arial"/>
                <a:ea typeface="Arial"/>
                <a:cs typeface="Arial"/>
              </a:defRPr>
            </a:lvl9pPr>
          </a:lstStyle>
          <a:p xmlns:a="http://schemas.openxmlformats.org/drawingml/2006/main">
            <a:pPr>
              <a:defRPr sz="1425" b="0">
                <a:solidFill>
                  <a:srgbClr val="5C6867"/>
                </a:solidFill>
                <a:latin typeface="Arial"/>
                <a:ea typeface="Arial"/>
                <a:cs typeface="Arial"/>
              </a:defRPr>
            </a:pPr>
            <a:r>
              <a:rPr sz="1425" b="0">
                <a:solidFill>
                  <a:srgbClr val="5C6867"/>
                </a:solidFill>
                <a:latin typeface="Arial"/>
                <a:ea typeface="Arial"/>
                <a:cs typeface="Arial"/>
              </a:rPr>
              <a:t>Örnek akışta alım emirleri simülasyondur</a:t>
            </a:r>
          </a:p>
        </p:txBody>
      </p:sp>
    </p:spTree>
    <p:extLst>
      <p:ext uri="{BB962C8B-B14F-4D97-AF65-F5344CB8AC3E}">
        <p14:creationId xmlns:p14="http://schemas.microsoft.com/office/powerpoint/2010/main" val="2099735170"/>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650A5C5-9059-4FFB-B12E-3281DAE9C040}"/>
              </a:ext>
            </a:extLst>
          </p:cNvPr>
          <p:cNvSpPr>
            <a:spLocks xmlns:a="http://schemas.openxmlformats.org/drawingml/2006/main" noGrp="1"/>
          </p:cNvSpPr>
          <p:nvPr/>
        </p:nvSpPr>
        <p:spPr>
          <a:xfrm xmlns:a="http://schemas.openxmlformats.org/drawingml/2006/main">
            <a:off x="11239500" y="6248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867"/>
                </a:solidFill>
                <a:latin typeface="Arial"/>
                <a:ea typeface="Arial"/>
                <a:cs typeface="Arial"/>
              </a:defRPr>
            </a:defPPr>
            <a:lvl1pPr>
              <a:defRPr sz="1275" b="0">
                <a:solidFill>
                  <a:srgbClr val="5C6867"/>
                </a:solidFill>
                <a:latin typeface="Arial"/>
                <a:ea typeface="Arial"/>
                <a:cs typeface="Arial"/>
              </a:defRPr>
            </a:lvl1pPr>
            <a:lvl2pPr>
              <a:defRPr sz="1275" b="0">
                <a:solidFill>
                  <a:srgbClr val="5C6867"/>
                </a:solidFill>
                <a:latin typeface="Arial"/>
                <a:ea typeface="Arial"/>
                <a:cs typeface="Arial"/>
              </a:defRPr>
            </a:lvl2pPr>
            <a:lvl3pPr>
              <a:defRPr sz="1275" b="0">
                <a:solidFill>
                  <a:srgbClr val="5C6867"/>
                </a:solidFill>
                <a:latin typeface="Arial"/>
                <a:ea typeface="Arial"/>
                <a:cs typeface="Arial"/>
              </a:defRPr>
            </a:lvl3pPr>
            <a:lvl4pPr>
              <a:defRPr sz="1275" b="0">
                <a:solidFill>
                  <a:srgbClr val="5C6867"/>
                </a:solidFill>
                <a:latin typeface="Arial"/>
                <a:ea typeface="Arial"/>
                <a:cs typeface="Arial"/>
              </a:defRPr>
            </a:lvl4pPr>
            <a:lvl5pPr>
              <a:defRPr sz="1275" b="0">
                <a:solidFill>
                  <a:srgbClr val="5C6867"/>
                </a:solidFill>
                <a:latin typeface="Arial"/>
                <a:ea typeface="Arial"/>
                <a:cs typeface="Arial"/>
              </a:defRPr>
            </a:lvl5pPr>
            <a:lvl6pPr>
              <a:defRPr sz="1275" b="0">
                <a:solidFill>
                  <a:srgbClr val="5C6867"/>
                </a:solidFill>
                <a:latin typeface="Arial"/>
                <a:ea typeface="Arial"/>
                <a:cs typeface="Arial"/>
              </a:defRPr>
            </a:lvl6pPr>
            <a:lvl7pPr>
              <a:defRPr sz="1275" b="0">
                <a:solidFill>
                  <a:srgbClr val="5C6867"/>
                </a:solidFill>
                <a:latin typeface="Arial"/>
                <a:ea typeface="Arial"/>
                <a:cs typeface="Arial"/>
              </a:defRPr>
            </a:lvl7pPr>
            <a:lvl8pPr>
              <a:defRPr sz="1275" b="0">
                <a:solidFill>
                  <a:srgbClr val="5C6867"/>
                </a:solidFill>
                <a:latin typeface="Arial"/>
                <a:ea typeface="Arial"/>
                <a:cs typeface="Arial"/>
              </a:defRPr>
            </a:lvl8pPr>
            <a:lvl9pPr>
              <a:defRPr sz="1275" b="0">
                <a:solidFill>
                  <a:srgbClr val="5C6867"/>
                </a:solidFill>
                <a:latin typeface="Arial"/>
                <a:ea typeface="Arial"/>
                <a:cs typeface="Arial"/>
              </a:defRPr>
            </a:lvl9pPr>
          </a:lstStyle>
          <a:p xmlns:a="http://schemas.openxmlformats.org/drawingml/2006/main">
            <a:pPr>
              <a:defRPr sz="1275" b="0">
                <a:solidFill>
                  <a:srgbClr val="5C6867"/>
                </a:solidFill>
                <a:latin typeface="Arial"/>
                <a:ea typeface="Arial"/>
                <a:cs typeface="Arial"/>
              </a:defRPr>
            </a:pPr>
            <a:r>
              <a:rPr sz="1275" b="0">
                <a:solidFill>
                  <a:srgbClr val="5C6867"/>
                </a:solidFill>
                <a:latin typeface="Arial"/>
                <a:ea typeface="Arial"/>
                <a:cs typeface="Arial"/>
              </a:rPr>
              <a:t>3</a:t>
            </a:r>
          </a:p>
        </p:txBody>
      </p:sp>
      <p:sp>
        <p:nvSpPr>
          <p:cNvPr id="2" name="">
            <a:extLst xmlns:a="http://schemas.openxmlformats.org/drawingml/2006/main">
              <a:ext uri="{FF2B5EF4-FFF2-40B4-BE49-F238E27FC236}">
                <a16:creationId xmlns:a16="http://schemas.microsoft.com/office/drawing/2014/main" id="{D70F5EBC-AC2A-4BB1-909B-178F21323295}"/>
              </a:ext>
            </a:extLst>
          </p:cNvPr>
          <p:cNvSpPr>
            <a:spLocks xmlns:a="http://schemas.openxmlformats.org/drawingml/2006/main" noGrp="1"/>
          </p:cNvSpPr>
          <p:nvPr/>
        </p:nvSpPr>
        <p:spPr>
          <a:xfrm xmlns:a="http://schemas.openxmlformats.org/drawingml/2006/main">
            <a:off x="685800" y="5524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900" b="1">
                <a:solidFill>
                  <a:srgbClr val="172526"/>
                </a:solidFill>
                <a:latin typeface="Arial"/>
                <a:ea typeface="Arial"/>
                <a:cs typeface="Arial"/>
              </a:defRPr>
            </a:defPPr>
            <a:lvl1pPr>
              <a:defRPr sz="3900" b="1">
                <a:solidFill>
                  <a:srgbClr val="172526"/>
                </a:solidFill>
                <a:latin typeface="Arial"/>
                <a:ea typeface="Arial"/>
                <a:cs typeface="Arial"/>
              </a:defRPr>
            </a:lvl1pPr>
            <a:lvl2pPr>
              <a:defRPr sz="3900" b="1">
                <a:solidFill>
                  <a:srgbClr val="172526"/>
                </a:solidFill>
                <a:latin typeface="Arial"/>
                <a:ea typeface="Arial"/>
                <a:cs typeface="Arial"/>
              </a:defRPr>
            </a:lvl2pPr>
            <a:lvl3pPr>
              <a:defRPr sz="3900" b="1">
                <a:solidFill>
                  <a:srgbClr val="172526"/>
                </a:solidFill>
                <a:latin typeface="Arial"/>
                <a:ea typeface="Arial"/>
                <a:cs typeface="Arial"/>
              </a:defRPr>
            </a:lvl3pPr>
            <a:lvl4pPr>
              <a:defRPr sz="3900" b="1">
                <a:solidFill>
                  <a:srgbClr val="172526"/>
                </a:solidFill>
                <a:latin typeface="Arial"/>
                <a:ea typeface="Arial"/>
                <a:cs typeface="Arial"/>
              </a:defRPr>
            </a:lvl4pPr>
            <a:lvl5pPr>
              <a:defRPr sz="3900" b="1">
                <a:solidFill>
                  <a:srgbClr val="172526"/>
                </a:solidFill>
                <a:latin typeface="Arial"/>
                <a:ea typeface="Arial"/>
                <a:cs typeface="Arial"/>
              </a:defRPr>
            </a:lvl5pPr>
            <a:lvl6pPr>
              <a:defRPr sz="3900" b="1">
                <a:solidFill>
                  <a:srgbClr val="172526"/>
                </a:solidFill>
                <a:latin typeface="Arial"/>
                <a:ea typeface="Arial"/>
                <a:cs typeface="Arial"/>
              </a:defRPr>
            </a:lvl6pPr>
            <a:lvl7pPr>
              <a:defRPr sz="3900" b="1">
                <a:solidFill>
                  <a:srgbClr val="172526"/>
                </a:solidFill>
                <a:latin typeface="Arial"/>
                <a:ea typeface="Arial"/>
                <a:cs typeface="Arial"/>
              </a:defRPr>
            </a:lvl7pPr>
            <a:lvl8pPr>
              <a:defRPr sz="3900" b="1">
                <a:solidFill>
                  <a:srgbClr val="172526"/>
                </a:solidFill>
                <a:latin typeface="Arial"/>
                <a:ea typeface="Arial"/>
                <a:cs typeface="Arial"/>
              </a:defRPr>
            </a:lvl8pPr>
            <a:lvl9pPr>
              <a:defRPr sz="3900" b="1">
                <a:solidFill>
                  <a:srgbClr val="172526"/>
                </a:solidFill>
                <a:latin typeface="Arial"/>
                <a:ea typeface="Arial"/>
                <a:cs typeface="Arial"/>
              </a:defRPr>
            </a:lvl9pPr>
          </a:lstStyle>
          <a:p xmlns:a="http://schemas.openxmlformats.org/drawingml/2006/main">
            <a:pPr>
              <a:defRPr sz="3900" b="1">
                <a:solidFill>
                  <a:srgbClr val="172526"/>
                </a:solidFill>
                <a:latin typeface="Arial"/>
                <a:ea typeface="Arial"/>
                <a:cs typeface="Arial"/>
              </a:defRPr>
            </a:pPr>
            <a:r>
              <a:rPr sz="3900" b="1">
                <a:solidFill>
                  <a:srgbClr val="172526"/>
                </a:solidFill>
                <a:latin typeface="Arial"/>
                <a:ea typeface="Arial"/>
                <a:cs typeface="Arial"/>
              </a:rPr>
              <a:t>Devir akışı</a:t>
            </a:r>
          </a:p>
        </p:txBody>
      </p:sp>
      <p:sp>
        <p:nvSpPr>
          <p:cNvPr id="3" name="">
            <a:extLst xmlns:a="http://schemas.openxmlformats.org/drawingml/2006/main">
              <a:ext uri="{FF2B5EF4-FFF2-40B4-BE49-F238E27FC236}">
                <a16:creationId xmlns:a16="http://schemas.microsoft.com/office/drawing/2014/main" id="{E7B2B3A4-1CA5-4431-AC0E-AB7C2BAAA14B}"/>
              </a:ext>
            </a:extLst>
          </p:cNvPr>
          <p:cNvSpPr>
            <a:spLocks xmlns:a="http://schemas.openxmlformats.org/drawingml/2006/main" noGrp="1"/>
          </p:cNvSpPr>
          <p:nvPr/>
        </p:nvSpPr>
        <p:spPr>
          <a:xfrm xmlns:a="http://schemas.openxmlformats.org/drawingml/2006/main">
            <a:off x="704850" y="2152650"/>
            <a:ext cx="228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100" b="1">
                <a:solidFill>
                  <a:srgbClr val="D94435"/>
                </a:solidFill>
                <a:latin typeface="Arial"/>
                <a:ea typeface="Arial"/>
                <a:cs typeface="Arial"/>
              </a:defRPr>
            </a:defPPr>
            <a:lvl1pPr>
              <a:defRPr sz="5100" b="1">
                <a:solidFill>
                  <a:srgbClr val="D94435"/>
                </a:solidFill>
                <a:latin typeface="Arial"/>
                <a:ea typeface="Arial"/>
                <a:cs typeface="Arial"/>
              </a:defRPr>
            </a:lvl1pPr>
            <a:lvl2pPr>
              <a:defRPr sz="5100" b="1">
                <a:solidFill>
                  <a:srgbClr val="D94435"/>
                </a:solidFill>
                <a:latin typeface="Arial"/>
                <a:ea typeface="Arial"/>
                <a:cs typeface="Arial"/>
              </a:defRPr>
            </a:lvl2pPr>
            <a:lvl3pPr>
              <a:defRPr sz="5100" b="1">
                <a:solidFill>
                  <a:srgbClr val="D94435"/>
                </a:solidFill>
                <a:latin typeface="Arial"/>
                <a:ea typeface="Arial"/>
                <a:cs typeface="Arial"/>
              </a:defRPr>
            </a:lvl3pPr>
            <a:lvl4pPr>
              <a:defRPr sz="5100" b="1">
                <a:solidFill>
                  <a:srgbClr val="D94435"/>
                </a:solidFill>
                <a:latin typeface="Arial"/>
                <a:ea typeface="Arial"/>
                <a:cs typeface="Arial"/>
              </a:defRPr>
            </a:lvl4pPr>
            <a:lvl5pPr>
              <a:defRPr sz="5100" b="1">
                <a:solidFill>
                  <a:srgbClr val="D94435"/>
                </a:solidFill>
                <a:latin typeface="Arial"/>
                <a:ea typeface="Arial"/>
                <a:cs typeface="Arial"/>
              </a:defRPr>
            </a:lvl5pPr>
            <a:lvl6pPr>
              <a:defRPr sz="5100" b="1">
                <a:solidFill>
                  <a:srgbClr val="D94435"/>
                </a:solidFill>
                <a:latin typeface="Arial"/>
                <a:ea typeface="Arial"/>
                <a:cs typeface="Arial"/>
              </a:defRPr>
            </a:lvl6pPr>
            <a:lvl7pPr>
              <a:defRPr sz="5100" b="1">
                <a:solidFill>
                  <a:srgbClr val="D94435"/>
                </a:solidFill>
                <a:latin typeface="Arial"/>
                <a:ea typeface="Arial"/>
                <a:cs typeface="Arial"/>
              </a:defRPr>
            </a:lvl7pPr>
            <a:lvl8pPr>
              <a:defRPr sz="5100" b="1">
                <a:solidFill>
                  <a:srgbClr val="D94435"/>
                </a:solidFill>
                <a:latin typeface="Arial"/>
                <a:ea typeface="Arial"/>
                <a:cs typeface="Arial"/>
              </a:defRPr>
            </a:lvl8pPr>
            <a:lvl9pPr>
              <a:defRPr sz="5100" b="1">
                <a:solidFill>
                  <a:srgbClr val="D94435"/>
                </a:solidFill>
                <a:latin typeface="Arial"/>
                <a:ea typeface="Arial"/>
                <a:cs typeface="Arial"/>
              </a:defRPr>
            </a:lvl9pPr>
          </a:lstStyle>
          <a:p xmlns:a="http://schemas.openxmlformats.org/drawingml/2006/main">
            <a:pPr>
              <a:defRPr sz="5100" b="1">
                <a:solidFill>
                  <a:srgbClr val="D94435"/>
                </a:solidFill>
                <a:latin typeface="Arial"/>
                <a:ea typeface="Arial"/>
                <a:cs typeface="Arial"/>
              </a:defRPr>
            </a:pPr>
            <a:r>
              <a:rPr sz="5100" b="1">
                <a:solidFill>
                  <a:srgbClr val="D94435"/>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34B88581-5B2B-47A8-B158-F1F9168FC2D7}"/>
              </a:ext>
            </a:extLst>
          </p:cNvPr>
          <p:cNvSpPr>
            <a:spLocks xmlns:a="http://schemas.openxmlformats.org/drawingml/2006/main" noGrp="1"/>
          </p:cNvSpPr>
          <p:nvPr/>
        </p:nvSpPr>
        <p:spPr>
          <a:xfrm xmlns:a="http://schemas.openxmlformats.org/drawingml/2006/main">
            <a:off x="704850" y="3143250"/>
            <a:ext cx="2381250" cy="19050"/>
          </a:xfrm>
          <a:prstGeom xmlns:a="http://schemas.openxmlformats.org/drawingml/2006/main" prst="rect">
            <a:avLst/>
          </a:prstGeom>
          <a:solidFill xmlns:a="http://schemas.openxmlformats.org/drawingml/2006/main">
            <a:srgbClr val="C9CFC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DBFF055-382C-4496-8736-1916EEFAB687}"/>
              </a:ext>
            </a:extLst>
          </p:cNvPr>
          <p:cNvSpPr>
            <a:spLocks xmlns:a="http://schemas.openxmlformats.org/drawingml/2006/main" noGrp="1"/>
          </p:cNvSpPr>
          <p:nvPr/>
        </p:nvSpPr>
        <p:spPr>
          <a:xfrm xmlns:a="http://schemas.openxmlformats.org/drawingml/2006/main">
            <a:off x="704850" y="3486150"/>
            <a:ext cx="2609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72526"/>
                </a:solidFill>
                <a:latin typeface="Arial"/>
                <a:ea typeface="Arial"/>
                <a:cs typeface="Arial"/>
              </a:defRPr>
            </a:defPPr>
            <a:lvl1pPr>
              <a:defRPr sz="2325" b="1">
                <a:solidFill>
                  <a:srgbClr val="172526"/>
                </a:solidFill>
                <a:latin typeface="Arial"/>
                <a:ea typeface="Arial"/>
                <a:cs typeface="Arial"/>
              </a:defRPr>
            </a:lvl1pPr>
            <a:lvl2pPr>
              <a:defRPr sz="2325" b="1">
                <a:solidFill>
                  <a:srgbClr val="172526"/>
                </a:solidFill>
                <a:latin typeface="Arial"/>
                <a:ea typeface="Arial"/>
                <a:cs typeface="Arial"/>
              </a:defRPr>
            </a:lvl2pPr>
            <a:lvl3pPr>
              <a:defRPr sz="2325" b="1">
                <a:solidFill>
                  <a:srgbClr val="172526"/>
                </a:solidFill>
                <a:latin typeface="Arial"/>
                <a:ea typeface="Arial"/>
                <a:cs typeface="Arial"/>
              </a:defRPr>
            </a:lvl3pPr>
            <a:lvl4pPr>
              <a:defRPr sz="2325" b="1">
                <a:solidFill>
                  <a:srgbClr val="172526"/>
                </a:solidFill>
                <a:latin typeface="Arial"/>
                <a:ea typeface="Arial"/>
                <a:cs typeface="Arial"/>
              </a:defRPr>
            </a:lvl4pPr>
            <a:lvl5pPr>
              <a:defRPr sz="2325" b="1">
                <a:solidFill>
                  <a:srgbClr val="172526"/>
                </a:solidFill>
                <a:latin typeface="Arial"/>
                <a:ea typeface="Arial"/>
                <a:cs typeface="Arial"/>
              </a:defRPr>
            </a:lvl5pPr>
            <a:lvl6pPr>
              <a:defRPr sz="2325" b="1">
                <a:solidFill>
                  <a:srgbClr val="172526"/>
                </a:solidFill>
                <a:latin typeface="Arial"/>
                <a:ea typeface="Arial"/>
                <a:cs typeface="Arial"/>
              </a:defRPr>
            </a:lvl6pPr>
            <a:lvl7pPr>
              <a:defRPr sz="2325" b="1">
                <a:solidFill>
                  <a:srgbClr val="172526"/>
                </a:solidFill>
                <a:latin typeface="Arial"/>
                <a:ea typeface="Arial"/>
                <a:cs typeface="Arial"/>
              </a:defRPr>
            </a:lvl7pPr>
            <a:lvl8pPr>
              <a:defRPr sz="2325" b="1">
                <a:solidFill>
                  <a:srgbClr val="172526"/>
                </a:solidFill>
                <a:latin typeface="Arial"/>
                <a:ea typeface="Arial"/>
                <a:cs typeface="Arial"/>
              </a:defRPr>
            </a:lvl8pPr>
            <a:lvl9pPr>
              <a:defRPr sz="2325" b="1">
                <a:solidFill>
                  <a:srgbClr val="172526"/>
                </a:solidFill>
                <a:latin typeface="Arial"/>
                <a:ea typeface="Arial"/>
                <a:cs typeface="Arial"/>
              </a:defRPr>
            </a:lvl9pPr>
          </a:lstStyle>
          <a:p xmlns:a="http://schemas.openxmlformats.org/drawingml/2006/main">
            <a:pPr>
              <a:defRPr sz="2325" b="1">
                <a:solidFill>
                  <a:srgbClr val="172526"/>
                </a:solidFill>
                <a:latin typeface="Arial"/>
                <a:ea typeface="Arial"/>
                <a:cs typeface="Arial"/>
              </a:defRPr>
            </a:pPr>
            <a:r>
              <a:rPr sz="2325" b="1">
                <a:solidFill>
                  <a:srgbClr val="172526"/>
                </a:solidFill>
                <a:latin typeface="Arial"/>
                <a:ea typeface="Arial"/>
                <a:cs typeface="Arial"/>
              </a:rPr>
              <a:t>Uzlaştır</a:t>
            </a:r>
          </a:p>
        </p:txBody>
      </p:sp>
      <p:sp>
        <p:nvSpPr>
          <p:cNvPr id="6" name="">
            <a:extLst xmlns:a="http://schemas.openxmlformats.org/drawingml/2006/main">
              <a:ext uri="{FF2B5EF4-FFF2-40B4-BE49-F238E27FC236}">
                <a16:creationId xmlns:a16="http://schemas.microsoft.com/office/drawing/2014/main" id="{A7F9AE4D-2D77-4623-B4E5-89DAA71EC84B}"/>
              </a:ext>
            </a:extLst>
          </p:cNvPr>
          <p:cNvSpPr>
            <a:spLocks xmlns:a="http://schemas.openxmlformats.org/drawingml/2006/main" noGrp="1"/>
          </p:cNvSpPr>
          <p:nvPr/>
        </p:nvSpPr>
        <p:spPr>
          <a:xfrm xmlns:a="http://schemas.openxmlformats.org/drawingml/2006/main">
            <a:off x="704850" y="4238625"/>
            <a:ext cx="2619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C6867"/>
                </a:solidFill>
                <a:latin typeface="Arial"/>
                <a:ea typeface="Arial"/>
                <a:cs typeface="Arial"/>
              </a:defRPr>
            </a:defPPr>
            <a:lvl1pPr>
              <a:defRPr sz="1875" b="0">
                <a:solidFill>
                  <a:srgbClr val="5C6867"/>
                </a:solidFill>
                <a:latin typeface="Arial"/>
                <a:ea typeface="Arial"/>
                <a:cs typeface="Arial"/>
              </a:defRPr>
            </a:lvl1pPr>
            <a:lvl2pPr>
              <a:defRPr sz="1875" b="0">
                <a:solidFill>
                  <a:srgbClr val="5C6867"/>
                </a:solidFill>
                <a:latin typeface="Arial"/>
                <a:ea typeface="Arial"/>
                <a:cs typeface="Arial"/>
              </a:defRPr>
            </a:lvl2pPr>
            <a:lvl3pPr>
              <a:defRPr sz="1875" b="0">
                <a:solidFill>
                  <a:srgbClr val="5C6867"/>
                </a:solidFill>
                <a:latin typeface="Arial"/>
                <a:ea typeface="Arial"/>
                <a:cs typeface="Arial"/>
              </a:defRPr>
            </a:lvl3pPr>
            <a:lvl4pPr>
              <a:defRPr sz="1875" b="0">
                <a:solidFill>
                  <a:srgbClr val="5C6867"/>
                </a:solidFill>
                <a:latin typeface="Arial"/>
                <a:ea typeface="Arial"/>
                <a:cs typeface="Arial"/>
              </a:defRPr>
            </a:lvl4pPr>
            <a:lvl5pPr>
              <a:defRPr sz="1875" b="0">
                <a:solidFill>
                  <a:srgbClr val="5C6867"/>
                </a:solidFill>
                <a:latin typeface="Arial"/>
                <a:ea typeface="Arial"/>
                <a:cs typeface="Arial"/>
              </a:defRPr>
            </a:lvl5pPr>
            <a:lvl6pPr>
              <a:defRPr sz="1875" b="0">
                <a:solidFill>
                  <a:srgbClr val="5C6867"/>
                </a:solidFill>
                <a:latin typeface="Arial"/>
                <a:ea typeface="Arial"/>
                <a:cs typeface="Arial"/>
              </a:defRPr>
            </a:lvl6pPr>
            <a:lvl7pPr>
              <a:defRPr sz="1875" b="0">
                <a:solidFill>
                  <a:srgbClr val="5C6867"/>
                </a:solidFill>
                <a:latin typeface="Arial"/>
                <a:ea typeface="Arial"/>
                <a:cs typeface="Arial"/>
              </a:defRPr>
            </a:lvl7pPr>
            <a:lvl8pPr>
              <a:defRPr sz="1875" b="0">
                <a:solidFill>
                  <a:srgbClr val="5C6867"/>
                </a:solidFill>
                <a:latin typeface="Arial"/>
                <a:ea typeface="Arial"/>
                <a:cs typeface="Arial"/>
              </a:defRPr>
            </a:lvl8pPr>
            <a:lvl9pPr>
              <a:defRPr sz="1875" b="0">
                <a:solidFill>
                  <a:srgbClr val="5C6867"/>
                </a:solidFill>
                <a:latin typeface="Arial"/>
                <a:ea typeface="Arial"/>
                <a:cs typeface="Arial"/>
              </a:defRPr>
            </a:lvl9pPr>
          </a:lstStyle>
          <a:p xmlns:a="http://schemas.openxmlformats.org/drawingml/2006/main">
            <a:pPr>
              <a:defRPr sz="1875" b="0">
                <a:solidFill>
                  <a:srgbClr val="5C6867"/>
                </a:solidFill>
                <a:latin typeface="Arial"/>
                <a:ea typeface="Arial"/>
                <a:cs typeface="Arial"/>
              </a:defRPr>
            </a:pPr>
            <a:r>
              <a:rPr sz="1875" b="0">
                <a:solidFill>
                  <a:srgbClr val="5C6867"/>
                </a:solidFill>
                <a:latin typeface="Arial"/>
                <a:ea typeface="Arial"/>
                <a:cs typeface="Arial"/>
              </a:rPr>
              <a:t>Gerçekleşen işlemleri</a:t>
            </a:r>
          </a:p>
          <a:p xmlns:a="http://schemas.openxmlformats.org/drawingml/2006/main">
            <a:pPr>
              <a:defRPr sz="1875" b="0">
                <a:solidFill>
                  <a:srgbClr val="5C6867"/>
                </a:solidFill>
                <a:latin typeface="Arial"/>
                <a:ea typeface="Arial"/>
                <a:cs typeface="Arial"/>
              </a:defRPr>
            </a:pPr>
            <a:r>
              <a:rPr sz="1875" b="0">
                <a:solidFill>
                  <a:srgbClr val="5C6867"/>
                </a:solidFill>
                <a:latin typeface="Arial"/>
                <a:ea typeface="Arial"/>
                <a:cs typeface="Arial"/>
              </a:rPr>
              <a:t>ve kalan bütçeyi bul.</a:t>
            </a:r>
          </a:p>
        </p:txBody>
      </p:sp>
      <p:sp>
        <p:nvSpPr>
          <p:cNvPr id="7" name="">
            <a:extLst xmlns:a="http://schemas.openxmlformats.org/drawingml/2006/main">
              <a:ext uri="{FF2B5EF4-FFF2-40B4-BE49-F238E27FC236}">
                <a16:creationId xmlns:a16="http://schemas.microsoft.com/office/drawing/2014/main" id="{9BE4A259-B555-41F4-B14A-DF4F2942A6EE}"/>
              </a:ext>
            </a:extLst>
          </p:cNvPr>
          <p:cNvSpPr>
            <a:spLocks xmlns:a="http://schemas.openxmlformats.org/drawingml/2006/main" noGrp="1"/>
          </p:cNvSpPr>
          <p:nvPr/>
        </p:nvSpPr>
        <p:spPr>
          <a:xfrm xmlns:a="http://schemas.openxmlformats.org/drawingml/2006/main">
            <a:off x="3562350" y="2152650"/>
            <a:ext cx="228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100" b="1">
                <a:solidFill>
                  <a:srgbClr val="D94435"/>
                </a:solidFill>
                <a:latin typeface="Arial"/>
                <a:ea typeface="Arial"/>
                <a:cs typeface="Arial"/>
              </a:defRPr>
            </a:defPPr>
            <a:lvl1pPr>
              <a:defRPr sz="5100" b="1">
                <a:solidFill>
                  <a:srgbClr val="D94435"/>
                </a:solidFill>
                <a:latin typeface="Arial"/>
                <a:ea typeface="Arial"/>
                <a:cs typeface="Arial"/>
              </a:defRPr>
            </a:lvl1pPr>
            <a:lvl2pPr>
              <a:defRPr sz="5100" b="1">
                <a:solidFill>
                  <a:srgbClr val="D94435"/>
                </a:solidFill>
                <a:latin typeface="Arial"/>
                <a:ea typeface="Arial"/>
                <a:cs typeface="Arial"/>
              </a:defRPr>
            </a:lvl2pPr>
            <a:lvl3pPr>
              <a:defRPr sz="5100" b="1">
                <a:solidFill>
                  <a:srgbClr val="D94435"/>
                </a:solidFill>
                <a:latin typeface="Arial"/>
                <a:ea typeface="Arial"/>
                <a:cs typeface="Arial"/>
              </a:defRPr>
            </a:lvl3pPr>
            <a:lvl4pPr>
              <a:defRPr sz="5100" b="1">
                <a:solidFill>
                  <a:srgbClr val="D94435"/>
                </a:solidFill>
                <a:latin typeface="Arial"/>
                <a:ea typeface="Arial"/>
                <a:cs typeface="Arial"/>
              </a:defRPr>
            </a:lvl4pPr>
            <a:lvl5pPr>
              <a:defRPr sz="5100" b="1">
                <a:solidFill>
                  <a:srgbClr val="D94435"/>
                </a:solidFill>
                <a:latin typeface="Arial"/>
                <a:ea typeface="Arial"/>
                <a:cs typeface="Arial"/>
              </a:defRPr>
            </a:lvl5pPr>
            <a:lvl6pPr>
              <a:defRPr sz="5100" b="1">
                <a:solidFill>
                  <a:srgbClr val="D94435"/>
                </a:solidFill>
                <a:latin typeface="Arial"/>
                <a:ea typeface="Arial"/>
                <a:cs typeface="Arial"/>
              </a:defRPr>
            </a:lvl6pPr>
            <a:lvl7pPr>
              <a:defRPr sz="5100" b="1">
                <a:solidFill>
                  <a:srgbClr val="D94435"/>
                </a:solidFill>
                <a:latin typeface="Arial"/>
                <a:ea typeface="Arial"/>
                <a:cs typeface="Arial"/>
              </a:defRPr>
            </a:lvl7pPr>
            <a:lvl8pPr>
              <a:defRPr sz="5100" b="1">
                <a:solidFill>
                  <a:srgbClr val="D94435"/>
                </a:solidFill>
                <a:latin typeface="Arial"/>
                <a:ea typeface="Arial"/>
                <a:cs typeface="Arial"/>
              </a:defRPr>
            </a:lvl8pPr>
            <a:lvl9pPr>
              <a:defRPr sz="5100" b="1">
                <a:solidFill>
                  <a:srgbClr val="D94435"/>
                </a:solidFill>
                <a:latin typeface="Arial"/>
                <a:ea typeface="Arial"/>
                <a:cs typeface="Arial"/>
              </a:defRPr>
            </a:lvl9pPr>
          </a:lstStyle>
          <a:p xmlns:a="http://schemas.openxmlformats.org/drawingml/2006/main">
            <a:pPr>
              <a:defRPr sz="5100" b="1">
                <a:solidFill>
                  <a:srgbClr val="D94435"/>
                </a:solidFill>
                <a:latin typeface="Arial"/>
                <a:ea typeface="Arial"/>
                <a:cs typeface="Arial"/>
              </a:defRPr>
            </a:pPr>
            <a:r>
              <a:rPr sz="5100" b="1">
                <a:solidFill>
                  <a:srgbClr val="D94435"/>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B3D7123D-F39D-42BA-BDD3-38A2A867656E}"/>
              </a:ext>
            </a:extLst>
          </p:cNvPr>
          <p:cNvSpPr>
            <a:spLocks xmlns:a="http://schemas.openxmlformats.org/drawingml/2006/main" noGrp="1"/>
          </p:cNvSpPr>
          <p:nvPr/>
        </p:nvSpPr>
        <p:spPr>
          <a:xfrm xmlns:a="http://schemas.openxmlformats.org/drawingml/2006/main">
            <a:off x="3562350" y="3143250"/>
            <a:ext cx="2381250" cy="19050"/>
          </a:xfrm>
          <a:prstGeom xmlns:a="http://schemas.openxmlformats.org/drawingml/2006/main" prst="rect">
            <a:avLst/>
          </a:prstGeom>
          <a:solidFill xmlns:a="http://schemas.openxmlformats.org/drawingml/2006/main">
            <a:srgbClr val="C9CFC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ACC6899-3148-4CB1-9835-03F94B3A5E30}"/>
              </a:ext>
            </a:extLst>
          </p:cNvPr>
          <p:cNvSpPr>
            <a:spLocks xmlns:a="http://schemas.openxmlformats.org/drawingml/2006/main" noGrp="1"/>
          </p:cNvSpPr>
          <p:nvPr/>
        </p:nvSpPr>
        <p:spPr>
          <a:xfrm xmlns:a="http://schemas.openxmlformats.org/drawingml/2006/main">
            <a:off x="3562350" y="3486150"/>
            <a:ext cx="2609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72526"/>
                </a:solidFill>
                <a:latin typeface="Arial"/>
                <a:ea typeface="Arial"/>
                <a:cs typeface="Arial"/>
              </a:defRPr>
            </a:defPPr>
            <a:lvl1pPr>
              <a:defRPr sz="2325" b="1">
                <a:solidFill>
                  <a:srgbClr val="172526"/>
                </a:solidFill>
                <a:latin typeface="Arial"/>
                <a:ea typeface="Arial"/>
                <a:cs typeface="Arial"/>
              </a:defRPr>
            </a:lvl1pPr>
            <a:lvl2pPr>
              <a:defRPr sz="2325" b="1">
                <a:solidFill>
                  <a:srgbClr val="172526"/>
                </a:solidFill>
                <a:latin typeface="Arial"/>
                <a:ea typeface="Arial"/>
                <a:cs typeface="Arial"/>
              </a:defRPr>
            </a:lvl2pPr>
            <a:lvl3pPr>
              <a:defRPr sz="2325" b="1">
                <a:solidFill>
                  <a:srgbClr val="172526"/>
                </a:solidFill>
                <a:latin typeface="Arial"/>
                <a:ea typeface="Arial"/>
                <a:cs typeface="Arial"/>
              </a:defRPr>
            </a:lvl3pPr>
            <a:lvl4pPr>
              <a:defRPr sz="2325" b="1">
                <a:solidFill>
                  <a:srgbClr val="172526"/>
                </a:solidFill>
                <a:latin typeface="Arial"/>
                <a:ea typeface="Arial"/>
                <a:cs typeface="Arial"/>
              </a:defRPr>
            </a:lvl4pPr>
            <a:lvl5pPr>
              <a:defRPr sz="2325" b="1">
                <a:solidFill>
                  <a:srgbClr val="172526"/>
                </a:solidFill>
                <a:latin typeface="Arial"/>
                <a:ea typeface="Arial"/>
                <a:cs typeface="Arial"/>
              </a:defRPr>
            </a:lvl5pPr>
            <a:lvl6pPr>
              <a:defRPr sz="2325" b="1">
                <a:solidFill>
                  <a:srgbClr val="172526"/>
                </a:solidFill>
                <a:latin typeface="Arial"/>
                <a:ea typeface="Arial"/>
                <a:cs typeface="Arial"/>
              </a:defRPr>
            </a:lvl6pPr>
            <a:lvl7pPr>
              <a:defRPr sz="2325" b="1">
                <a:solidFill>
                  <a:srgbClr val="172526"/>
                </a:solidFill>
                <a:latin typeface="Arial"/>
                <a:ea typeface="Arial"/>
                <a:cs typeface="Arial"/>
              </a:defRPr>
            </a:lvl7pPr>
            <a:lvl8pPr>
              <a:defRPr sz="2325" b="1">
                <a:solidFill>
                  <a:srgbClr val="172526"/>
                </a:solidFill>
                <a:latin typeface="Arial"/>
                <a:ea typeface="Arial"/>
                <a:cs typeface="Arial"/>
              </a:defRPr>
            </a:lvl8pPr>
            <a:lvl9pPr>
              <a:defRPr sz="2325" b="1">
                <a:solidFill>
                  <a:srgbClr val="172526"/>
                </a:solidFill>
                <a:latin typeface="Arial"/>
                <a:ea typeface="Arial"/>
                <a:cs typeface="Arial"/>
              </a:defRPr>
            </a:lvl9pPr>
          </a:lstStyle>
          <a:p xmlns:a="http://schemas.openxmlformats.org/drawingml/2006/main">
            <a:pPr>
              <a:defRPr sz="2325" b="1">
                <a:solidFill>
                  <a:srgbClr val="172526"/>
                </a:solidFill>
                <a:latin typeface="Arial"/>
                <a:ea typeface="Arial"/>
                <a:cs typeface="Arial"/>
              </a:defRPr>
            </a:pPr>
            <a:r>
              <a:rPr sz="2325" b="1">
                <a:solidFill>
                  <a:srgbClr val="172526"/>
                </a:solidFill>
                <a:latin typeface="Arial"/>
                <a:ea typeface="Arial"/>
                <a:cs typeface="Arial"/>
              </a:rPr>
              <a:t>Kalanı kapat</a:t>
            </a:r>
          </a:p>
        </p:txBody>
      </p:sp>
      <p:sp>
        <p:nvSpPr>
          <p:cNvPr id="10" name="">
            <a:extLst xmlns:a="http://schemas.openxmlformats.org/drawingml/2006/main">
              <a:ext uri="{FF2B5EF4-FFF2-40B4-BE49-F238E27FC236}">
                <a16:creationId xmlns:a16="http://schemas.microsoft.com/office/drawing/2014/main" id="{FF948430-2C49-48A5-8A90-1DEFE6DF0394}"/>
              </a:ext>
            </a:extLst>
          </p:cNvPr>
          <p:cNvSpPr>
            <a:spLocks xmlns:a="http://schemas.openxmlformats.org/drawingml/2006/main" noGrp="1"/>
          </p:cNvSpPr>
          <p:nvPr/>
        </p:nvSpPr>
        <p:spPr>
          <a:xfrm xmlns:a="http://schemas.openxmlformats.org/drawingml/2006/main">
            <a:off x="3562350" y="4238625"/>
            <a:ext cx="2619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C6867"/>
                </a:solidFill>
                <a:latin typeface="Arial"/>
                <a:ea typeface="Arial"/>
                <a:cs typeface="Arial"/>
              </a:defRPr>
            </a:defPPr>
            <a:lvl1pPr>
              <a:defRPr sz="1875" b="0">
                <a:solidFill>
                  <a:srgbClr val="5C6867"/>
                </a:solidFill>
                <a:latin typeface="Arial"/>
                <a:ea typeface="Arial"/>
                <a:cs typeface="Arial"/>
              </a:defRPr>
            </a:lvl1pPr>
            <a:lvl2pPr>
              <a:defRPr sz="1875" b="0">
                <a:solidFill>
                  <a:srgbClr val="5C6867"/>
                </a:solidFill>
                <a:latin typeface="Arial"/>
                <a:ea typeface="Arial"/>
                <a:cs typeface="Arial"/>
              </a:defRPr>
            </a:lvl2pPr>
            <a:lvl3pPr>
              <a:defRPr sz="1875" b="0">
                <a:solidFill>
                  <a:srgbClr val="5C6867"/>
                </a:solidFill>
                <a:latin typeface="Arial"/>
                <a:ea typeface="Arial"/>
                <a:cs typeface="Arial"/>
              </a:defRPr>
            </a:lvl3pPr>
            <a:lvl4pPr>
              <a:defRPr sz="1875" b="0">
                <a:solidFill>
                  <a:srgbClr val="5C6867"/>
                </a:solidFill>
                <a:latin typeface="Arial"/>
                <a:ea typeface="Arial"/>
                <a:cs typeface="Arial"/>
              </a:defRPr>
            </a:lvl4pPr>
            <a:lvl5pPr>
              <a:defRPr sz="1875" b="0">
                <a:solidFill>
                  <a:srgbClr val="5C6867"/>
                </a:solidFill>
                <a:latin typeface="Arial"/>
                <a:ea typeface="Arial"/>
                <a:cs typeface="Arial"/>
              </a:defRPr>
            </a:lvl5pPr>
            <a:lvl6pPr>
              <a:defRPr sz="1875" b="0">
                <a:solidFill>
                  <a:srgbClr val="5C6867"/>
                </a:solidFill>
                <a:latin typeface="Arial"/>
                <a:ea typeface="Arial"/>
                <a:cs typeface="Arial"/>
              </a:defRPr>
            </a:lvl6pPr>
            <a:lvl7pPr>
              <a:defRPr sz="1875" b="0">
                <a:solidFill>
                  <a:srgbClr val="5C6867"/>
                </a:solidFill>
                <a:latin typeface="Arial"/>
                <a:ea typeface="Arial"/>
                <a:cs typeface="Arial"/>
              </a:defRPr>
            </a:lvl7pPr>
            <a:lvl8pPr>
              <a:defRPr sz="1875" b="0">
                <a:solidFill>
                  <a:srgbClr val="5C6867"/>
                </a:solidFill>
                <a:latin typeface="Arial"/>
                <a:ea typeface="Arial"/>
                <a:cs typeface="Arial"/>
              </a:defRPr>
            </a:lvl8pPr>
            <a:lvl9pPr>
              <a:defRPr sz="1875" b="0">
                <a:solidFill>
                  <a:srgbClr val="5C6867"/>
                </a:solidFill>
                <a:latin typeface="Arial"/>
                <a:ea typeface="Arial"/>
                <a:cs typeface="Arial"/>
              </a:defRPr>
            </a:lvl9pPr>
          </a:lstStyle>
          <a:p xmlns:a="http://schemas.openxmlformats.org/drawingml/2006/main">
            <a:pPr>
              <a:defRPr sz="1875" b="0">
                <a:solidFill>
                  <a:srgbClr val="5C6867"/>
                </a:solidFill>
                <a:latin typeface="Arial"/>
                <a:ea typeface="Arial"/>
                <a:cs typeface="Arial"/>
              </a:defRPr>
            </a:pPr>
            <a:r>
              <a:rPr sz="1875" b="0">
                <a:solidFill>
                  <a:srgbClr val="5C6867"/>
                </a:solidFill>
                <a:latin typeface="Arial"/>
                <a:ea typeface="Arial"/>
                <a:cs typeface="Arial"/>
              </a:rPr>
              <a:t>Yanıtı kaybolan emrin</a:t>
            </a:r>
          </a:p>
          <a:p xmlns:a="http://schemas.openxmlformats.org/drawingml/2006/main">
            <a:pPr>
              <a:defRPr sz="1875" b="0">
                <a:solidFill>
                  <a:srgbClr val="5C6867"/>
                </a:solidFill>
                <a:latin typeface="Arial"/>
                <a:ea typeface="Arial"/>
                <a:cs typeface="Arial"/>
              </a:defRPr>
            </a:pPr>
            <a:r>
              <a:rPr sz="1875" b="0">
                <a:solidFill>
                  <a:srgbClr val="5C6867"/>
                </a:solidFill>
                <a:latin typeface="Arial"/>
                <a:ea typeface="Arial"/>
                <a:cs typeface="Arial"/>
              </a:rPr>
              <a:t>tekrarını önle.</a:t>
            </a:r>
          </a:p>
        </p:txBody>
      </p:sp>
      <p:sp>
        <p:nvSpPr>
          <p:cNvPr id="11" name="">
            <a:extLst xmlns:a="http://schemas.openxmlformats.org/drawingml/2006/main">
              <a:ext uri="{FF2B5EF4-FFF2-40B4-BE49-F238E27FC236}">
                <a16:creationId xmlns:a16="http://schemas.microsoft.com/office/drawing/2014/main" id="{8C432D2F-C63C-41CE-A601-0EAD4F4A4AE9}"/>
              </a:ext>
            </a:extLst>
          </p:cNvPr>
          <p:cNvSpPr>
            <a:spLocks xmlns:a="http://schemas.openxmlformats.org/drawingml/2006/main" noGrp="1"/>
          </p:cNvSpPr>
          <p:nvPr/>
        </p:nvSpPr>
        <p:spPr>
          <a:xfrm xmlns:a="http://schemas.openxmlformats.org/drawingml/2006/main">
            <a:off x="6419850" y="2152650"/>
            <a:ext cx="228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100" b="1">
                <a:solidFill>
                  <a:srgbClr val="D94435"/>
                </a:solidFill>
                <a:latin typeface="Arial"/>
                <a:ea typeface="Arial"/>
                <a:cs typeface="Arial"/>
              </a:defRPr>
            </a:defPPr>
            <a:lvl1pPr>
              <a:defRPr sz="5100" b="1">
                <a:solidFill>
                  <a:srgbClr val="D94435"/>
                </a:solidFill>
                <a:latin typeface="Arial"/>
                <a:ea typeface="Arial"/>
                <a:cs typeface="Arial"/>
              </a:defRPr>
            </a:lvl1pPr>
            <a:lvl2pPr>
              <a:defRPr sz="5100" b="1">
                <a:solidFill>
                  <a:srgbClr val="D94435"/>
                </a:solidFill>
                <a:latin typeface="Arial"/>
                <a:ea typeface="Arial"/>
                <a:cs typeface="Arial"/>
              </a:defRPr>
            </a:lvl2pPr>
            <a:lvl3pPr>
              <a:defRPr sz="5100" b="1">
                <a:solidFill>
                  <a:srgbClr val="D94435"/>
                </a:solidFill>
                <a:latin typeface="Arial"/>
                <a:ea typeface="Arial"/>
                <a:cs typeface="Arial"/>
              </a:defRPr>
            </a:lvl3pPr>
            <a:lvl4pPr>
              <a:defRPr sz="5100" b="1">
                <a:solidFill>
                  <a:srgbClr val="D94435"/>
                </a:solidFill>
                <a:latin typeface="Arial"/>
                <a:ea typeface="Arial"/>
                <a:cs typeface="Arial"/>
              </a:defRPr>
            </a:lvl4pPr>
            <a:lvl5pPr>
              <a:defRPr sz="5100" b="1">
                <a:solidFill>
                  <a:srgbClr val="D94435"/>
                </a:solidFill>
                <a:latin typeface="Arial"/>
                <a:ea typeface="Arial"/>
                <a:cs typeface="Arial"/>
              </a:defRPr>
            </a:lvl5pPr>
            <a:lvl6pPr>
              <a:defRPr sz="5100" b="1">
                <a:solidFill>
                  <a:srgbClr val="D94435"/>
                </a:solidFill>
                <a:latin typeface="Arial"/>
                <a:ea typeface="Arial"/>
                <a:cs typeface="Arial"/>
              </a:defRPr>
            </a:lvl6pPr>
            <a:lvl7pPr>
              <a:defRPr sz="5100" b="1">
                <a:solidFill>
                  <a:srgbClr val="D94435"/>
                </a:solidFill>
                <a:latin typeface="Arial"/>
                <a:ea typeface="Arial"/>
                <a:cs typeface="Arial"/>
              </a:defRPr>
            </a:lvl7pPr>
            <a:lvl8pPr>
              <a:defRPr sz="5100" b="1">
                <a:solidFill>
                  <a:srgbClr val="D94435"/>
                </a:solidFill>
                <a:latin typeface="Arial"/>
                <a:ea typeface="Arial"/>
                <a:cs typeface="Arial"/>
              </a:defRPr>
            </a:lvl8pPr>
            <a:lvl9pPr>
              <a:defRPr sz="5100" b="1">
                <a:solidFill>
                  <a:srgbClr val="D94435"/>
                </a:solidFill>
                <a:latin typeface="Arial"/>
                <a:ea typeface="Arial"/>
                <a:cs typeface="Arial"/>
              </a:defRPr>
            </a:lvl9pPr>
          </a:lstStyle>
          <a:p xmlns:a="http://schemas.openxmlformats.org/drawingml/2006/main">
            <a:pPr>
              <a:defRPr sz="5100" b="1">
                <a:solidFill>
                  <a:srgbClr val="D94435"/>
                </a:solidFill>
                <a:latin typeface="Arial"/>
                <a:ea typeface="Arial"/>
                <a:cs typeface="Arial"/>
              </a:defRPr>
            </a:pPr>
            <a:r>
              <a:rPr sz="5100" b="1">
                <a:solidFill>
                  <a:srgbClr val="D94435"/>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89581C00-92F5-4BBB-B3D7-0F75B62B94F6}"/>
              </a:ext>
            </a:extLst>
          </p:cNvPr>
          <p:cNvSpPr>
            <a:spLocks xmlns:a="http://schemas.openxmlformats.org/drawingml/2006/main" noGrp="1"/>
          </p:cNvSpPr>
          <p:nvPr/>
        </p:nvSpPr>
        <p:spPr>
          <a:xfrm xmlns:a="http://schemas.openxmlformats.org/drawingml/2006/main">
            <a:off x="6419850" y="3143250"/>
            <a:ext cx="2381250" cy="19050"/>
          </a:xfrm>
          <a:prstGeom xmlns:a="http://schemas.openxmlformats.org/drawingml/2006/main" prst="rect">
            <a:avLst/>
          </a:prstGeom>
          <a:solidFill xmlns:a="http://schemas.openxmlformats.org/drawingml/2006/main">
            <a:srgbClr val="C9CFC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F6F2183-76A2-4BE5-A319-AD17E29C71C3}"/>
              </a:ext>
            </a:extLst>
          </p:cNvPr>
          <p:cNvSpPr>
            <a:spLocks xmlns:a="http://schemas.openxmlformats.org/drawingml/2006/main" noGrp="1"/>
          </p:cNvSpPr>
          <p:nvPr/>
        </p:nvSpPr>
        <p:spPr>
          <a:xfrm xmlns:a="http://schemas.openxmlformats.org/drawingml/2006/main">
            <a:off x="6419850" y="3486150"/>
            <a:ext cx="2609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72526"/>
                </a:solidFill>
                <a:latin typeface="Arial"/>
                <a:ea typeface="Arial"/>
                <a:cs typeface="Arial"/>
              </a:defRPr>
            </a:defPPr>
            <a:lvl1pPr>
              <a:defRPr sz="2325" b="1">
                <a:solidFill>
                  <a:srgbClr val="172526"/>
                </a:solidFill>
                <a:latin typeface="Arial"/>
                <a:ea typeface="Arial"/>
                <a:cs typeface="Arial"/>
              </a:defRPr>
            </a:lvl1pPr>
            <a:lvl2pPr>
              <a:defRPr sz="2325" b="1">
                <a:solidFill>
                  <a:srgbClr val="172526"/>
                </a:solidFill>
                <a:latin typeface="Arial"/>
                <a:ea typeface="Arial"/>
                <a:cs typeface="Arial"/>
              </a:defRPr>
            </a:lvl2pPr>
            <a:lvl3pPr>
              <a:defRPr sz="2325" b="1">
                <a:solidFill>
                  <a:srgbClr val="172526"/>
                </a:solidFill>
                <a:latin typeface="Arial"/>
                <a:ea typeface="Arial"/>
                <a:cs typeface="Arial"/>
              </a:defRPr>
            </a:lvl3pPr>
            <a:lvl4pPr>
              <a:defRPr sz="2325" b="1">
                <a:solidFill>
                  <a:srgbClr val="172526"/>
                </a:solidFill>
                <a:latin typeface="Arial"/>
                <a:ea typeface="Arial"/>
                <a:cs typeface="Arial"/>
              </a:defRPr>
            </a:lvl4pPr>
            <a:lvl5pPr>
              <a:defRPr sz="2325" b="1">
                <a:solidFill>
                  <a:srgbClr val="172526"/>
                </a:solidFill>
                <a:latin typeface="Arial"/>
                <a:ea typeface="Arial"/>
                <a:cs typeface="Arial"/>
              </a:defRPr>
            </a:lvl5pPr>
            <a:lvl6pPr>
              <a:defRPr sz="2325" b="1">
                <a:solidFill>
                  <a:srgbClr val="172526"/>
                </a:solidFill>
                <a:latin typeface="Arial"/>
                <a:ea typeface="Arial"/>
                <a:cs typeface="Arial"/>
              </a:defRPr>
            </a:lvl6pPr>
            <a:lvl7pPr>
              <a:defRPr sz="2325" b="1">
                <a:solidFill>
                  <a:srgbClr val="172526"/>
                </a:solidFill>
                <a:latin typeface="Arial"/>
                <a:ea typeface="Arial"/>
                <a:cs typeface="Arial"/>
              </a:defRPr>
            </a:lvl7pPr>
            <a:lvl8pPr>
              <a:defRPr sz="2325" b="1">
                <a:solidFill>
                  <a:srgbClr val="172526"/>
                </a:solidFill>
                <a:latin typeface="Arial"/>
                <a:ea typeface="Arial"/>
                <a:cs typeface="Arial"/>
              </a:defRPr>
            </a:lvl8pPr>
            <a:lvl9pPr>
              <a:defRPr sz="2325" b="1">
                <a:solidFill>
                  <a:srgbClr val="172526"/>
                </a:solidFill>
                <a:latin typeface="Arial"/>
                <a:ea typeface="Arial"/>
                <a:cs typeface="Arial"/>
              </a:defRPr>
            </a:lvl9pPr>
          </a:lstStyle>
          <a:p xmlns:a="http://schemas.openxmlformats.org/drawingml/2006/main">
            <a:pPr>
              <a:defRPr sz="2325" b="1">
                <a:solidFill>
                  <a:srgbClr val="172526"/>
                </a:solidFill>
                <a:latin typeface="Arial"/>
                <a:ea typeface="Arial"/>
                <a:cs typeface="Arial"/>
              </a:defRPr>
            </a:pPr>
            <a:r>
              <a:rPr sz="2325" b="1">
                <a:solidFill>
                  <a:srgbClr val="172526"/>
                </a:solidFill>
                <a:latin typeface="Arial"/>
                <a:ea typeface="Arial"/>
                <a:cs typeface="Arial"/>
              </a:rPr>
              <a:t>Teklifi seç</a:t>
            </a:r>
          </a:p>
        </p:txBody>
      </p:sp>
      <p:sp>
        <p:nvSpPr>
          <p:cNvPr id="14" name="">
            <a:extLst xmlns:a="http://schemas.openxmlformats.org/drawingml/2006/main">
              <a:ext uri="{FF2B5EF4-FFF2-40B4-BE49-F238E27FC236}">
                <a16:creationId xmlns:a16="http://schemas.microsoft.com/office/drawing/2014/main" id="{974D800E-8C37-4E57-92C7-F4151593DA95}"/>
              </a:ext>
            </a:extLst>
          </p:cNvPr>
          <p:cNvSpPr>
            <a:spLocks xmlns:a="http://schemas.openxmlformats.org/drawingml/2006/main" noGrp="1"/>
          </p:cNvSpPr>
          <p:nvPr/>
        </p:nvSpPr>
        <p:spPr>
          <a:xfrm xmlns:a="http://schemas.openxmlformats.org/drawingml/2006/main">
            <a:off x="6419850" y="4238625"/>
            <a:ext cx="2619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C6867"/>
                </a:solidFill>
                <a:latin typeface="Arial"/>
                <a:ea typeface="Arial"/>
                <a:cs typeface="Arial"/>
              </a:defRPr>
            </a:defPPr>
            <a:lvl1pPr>
              <a:defRPr sz="1875" b="0">
                <a:solidFill>
                  <a:srgbClr val="5C6867"/>
                </a:solidFill>
                <a:latin typeface="Arial"/>
                <a:ea typeface="Arial"/>
                <a:cs typeface="Arial"/>
              </a:defRPr>
            </a:lvl1pPr>
            <a:lvl2pPr>
              <a:defRPr sz="1875" b="0">
                <a:solidFill>
                  <a:srgbClr val="5C6867"/>
                </a:solidFill>
                <a:latin typeface="Arial"/>
                <a:ea typeface="Arial"/>
                <a:cs typeface="Arial"/>
              </a:defRPr>
            </a:lvl2pPr>
            <a:lvl3pPr>
              <a:defRPr sz="1875" b="0">
                <a:solidFill>
                  <a:srgbClr val="5C6867"/>
                </a:solidFill>
                <a:latin typeface="Arial"/>
                <a:ea typeface="Arial"/>
                <a:cs typeface="Arial"/>
              </a:defRPr>
            </a:lvl3pPr>
            <a:lvl4pPr>
              <a:defRPr sz="1875" b="0">
                <a:solidFill>
                  <a:srgbClr val="5C6867"/>
                </a:solidFill>
                <a:latin typeface="Arial"/>
                <a:ea typeface="Arial"/>
                <a:cs typeface="Arial"/>
              </a:defRPr>
            </a:lvl4pPr>
            <a:lvl5pPr>
              <a:defRPr sz="1875" b="0">
                <a:solidFill>
                  <a:srgbClr val="5C6867"/>
                </a:solidFill>
                <a:latin typeface="Arial"/>
                <a:ea typeface="Arial"/>
                <a:cs typeface="Arial"/>
              </a:defRPr>
            </a:lvl5pPr>
            <a:lvl6pPr>
              <a:defRPr sz="1875" b="0">
                <a:solidFill>
                  <a:srgbClr val="5C6867"/>
                </a:solidFill>
                <a:latin typeface="Arial"/>
                <a:ea typeface="Arial"/>
                <a:cs typeface="Arial"/>
              </a:defRPr>
            </a:lvl6pPr>
            <a:lvl7pPr>
              <a:defRPr sz="1875" b="0">
                <a:solidFill>
                  <a:srgbClr val="5C6867"/>
                </a:solidFill>
                <a:latin typeface="Arial"/>
                <a:ea typeface="Arial"/>
                <a:cs typeface="Arial"/>
              </a:defRPr>
            </a:lvl7pPr>
            <a:lvl8pPr>
              <a:defRPr sz="1875" b="0">
                <a:solidFill>
                  <a:srgbClr val="5C6867"/>
                </a:solidFill>
                <a:latin typeface="Arial"/>
                <a:ea typeface="Arial"/>
                <a:cs typeface="Arial"/>
              </a:defRPr>
            </a:lvl8pPr>
            <a:lvl9pPr>
              <a:defRPr sz="1875" b="0">
                <a:solidFill>
                  <a:srgbClr val="5C6867"/>
                </a:solidFill>
                <a:latin typeface="Arial"/>
                <a:ea typeface="Arial"/>
                <a:cs typeface="Arial"/>
              </a:defRPr>
            </a:lvl9pPr>
          </a:lstStyle>
          <a:p xmlns:a="http://schemas.openxmlformats.org/drawingml/2006/main">
            <a:pPr>
              <a:defRPr sz="1875" b="0">
                <a:solidFill>
                  <a:srgbClr val="5C6867"/>
                </a:solidFill>
                <a:latin typeface="Arial"/>
                <a:ea typeface="Arial"/>
                <a:cs typeface="Arial"/>
              </a:defRPr>
            </a:pPr>
            <a:r>
              <a:rPr sz="1875" b="0">
                <a:solidFill>
                  <a:srgbClr val="5C6867"/>
                </a:solidFill>
                <a:latin typeface="Arial"/>
                <a:ea typeface="Arial"/>
                <a:cs typeface="Arial"/>
              </a:rPr>
              <a:t>Fiyat, süre ve hizmet</a:t>
            </a:r>
          </a:p>
          <a:p xmlns:a="http://schemas.openxmlformats.org/drawingml/2006/main">
            <a:pPr>
              <a:defRPr sz="1875" b="0">
                <a:solidFill>
                  <a:srgbClr val="5C6867"/>
                </a:solidFill>
                <a:latin typeface="Arial"/>
                <a:ea typeface="Arial"/>
                <a:cs typeface="Arial"/>
              </a:defRPr>
            </a:pPr>
            <a:r>
              <a:rPr sz="1875" b="0">
                <a:solidFill>
                  <a:srgbClr val="5C6867"/>
                </a:solidFill>
                <a:latin typeface="Arial"/>
                <a:ea typeface="Arial"/>
                <a:cs typeface="Arial"/>
              </a:rPr>
              <a:t>sınırlarını kontrol et.</a:t>
            </a:r>
          </a:p>
        </p:txBody>
      </p:sp>
      <p:sp>
        <p:nvSpPr>
          <p:cNvPr id="15" name="">
            <a:extLst xmlns:a="http://schemas.openxmlformats.org/drawingml/2006/main">
              <a:ext uri="{FF2B5EF4-FFF2-40B4-BE49-F238E27FC236}">
                <a16:creationId xmlns:a16="http://schemas.microsoft.com/office/drawing/2014/main" id="{F97FC5A6-0B21-4FF7-8D08-4314B1F3397E}"/>
              </a:ext>
            </a:extLst>
          </p:cNvPr>
          <p:cNvSpPr>
            <a:spLocks xmlns:a="http://schemas.openxmlformats.org/drawingml/2006/main" noGrp="1"/>
          </p:cNvSpPr>
          <p:nvPr/>
        </p:nvSpPr>
        <p:spPr>
          <a:xfrm xmlns:a="http://schemas.openxmlformats.org/drawingml/2006/main">
            <a:off x="9277350" y="2152650"/>
            <a:ext cx="228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100" b="1">
                <a:solidFill>
                  <a:srgbClr val="216D56"/>
                </a:solidFill>
                <a:latin typeface="Arial"/>
                <a:ea typeface="Arial"/>
                <a:cs typeface="Arial"/>
              </a:defRPr>
            </a:defPPr>
            <a:lvl1pPr>
              <a:defRPr sz="5100" b="1">
                <a:solidFill>
                  <a:srgbClr val="216D56"/>
                </a:solidFill>
                <a:latin typeface="Arial"/>
                <a:ea typeface="Arial"/>
                <a:cs typeface="Arial"/>
              </a:defRPr>
            </a:lvl1pPr>
            <a:lvl2pPr>
              <a:defRPr sz="5100" b="1">
                <a:solidFill>
                  <a:srgbClr val="216D56"/>
                </a:solidFill>
                <a:latin typeface="Arial"/>
                <a:ea typeface="Arial"/>
                <a:cs typeface="Arial"/>
              </a:defRPr>
            </a:lvl2pPr>
            <a:lvl3pPr>
              <a:defRPr sz="5100" b="1">
                <a:solidFill>
                  <a:srgbClr val="216D56"/>
                </a:solidFill>
                <a:latin typeface="Arial"/>
                <a:ea typeface="Arial"/>
                <a:cs typeface="Arial"/>
              </a:defRPr>
            </a:lvl3pPr>
            <a:lvl4pPr>
              <a:defRPr sz="5100" b="1">
                <a:solidFill>
                  <a:srgbClr val="216D56"/>
                </a:solidFill>
                <a:latin typeface="Arial"/>
                <a:ea typeface="Arial"/>
                <a:cs typeface="Arial"/>
              </a:defRPr>
            </a:lvl4pPr>
            <a:lvl5pPr>
              <a:defRPr sz="5100" b="1">
                <a:solidFill>
                  <a:srgbClr val="216D56"/>
                </a:solidFill>
                <a:latin typeface="Arial"/>
                <a:ea typeface="Arial"/>
                <a:cs typeface="Arial"/>
              </a:defRPr>
            </a:lvl5pPr>
            <a:lvl6pPr>
              <a:defRPr sz="5100" b="1">
                <a:solidFill>
                  <a:srgbClr val="216D56"/>
                </a:solidFill>
                <a:latin typeface="Arial"/>
                <a:ea typeface="Arial"/>
                <a:cs typeface="Arial"/>
              </a:defRPr>
            </a:lvl6pPr>
            <a:lvl7pPr>
              <a:defRPr sz="5100" b="1">
                <a:solidFill>
                  <a:srgbClr val="216D56"/>
                </a:solidFill>
                <a:latin typeface="Arial"/>
                <a:ea typeface="Arial"/>
                <a:cs typeface="Arial"/>
              </a:defRPr>
            </a:lvl7pPr>
            <a:lvl8pPr>
              <a:defRPr sz="5100" b="1">
                <a:solidFill>
                  <a:srgbClr val="216D56"/>
                </a:solidFill>
                <a:latin typeface="Arial"/>
                <a:ea typeface="Arial"/>
                <a:cs typeface="Arial"/>
              </a:defRPr>
            </a:lvl8pPr>
            <a:lvl9pPr>
              <a:defRPr sz="5100" b="1">
                <a:solidFill>
                  <a:srgbClr val="216D56"/>
                </a:solidFill>
                <a:latin typeface="Arial"/>
                <a:ea typeface="Arial"/>
                <a:cs typeface="Arial"/>
              </a:defRPr>
            </a:lvl9pPr>
          </a:lstStyle>
          <a:p xmlns:a="http://schemas.openxmlformats.org/drawingml/2006/main">
            <a:pPr>
              <a:defRPr sz="5100" b="1">
                <a:solidFill>
                  <a:srgbClr val="216D56"/>
                </a:solidFill>
                <a:latin typeface="Arial"/>
                <a:ea typeface="Arial"/>
                <a:cs typeface="Arial"/>
              </a:defRPr>
            </a:pPr>
            <a:r>
              <a:rPr sz="5100" b="1">
                <a:solidFill>
                  <a:srgbClr val="216D56"/>
                </a:solidFill>
                <a:latin typeface="Arial"/>
                <a:ea typeface="Arial"/>
                <a:cs typeface="Arial"/>
              </a:rPr>
              <a:t>4</a:t>
            </a:r>
          </a:p>
        </p:txBody>
      </p:sp>
      <p:sp>
        <p:nvSpPr>
          <p:cNvPr id="16" name="">
            <a:extLst xmlns:a="http://schemas.openxmlformats.org/drawingml/2006/main">
              <a:ext uri="{FF2B5EF4-FFF2-40B4-BE49-F238E27FC236}">
                <a16:creationId xmlns:a16="http://schemas.microsoft.com/office/drawing/2014/main" id="{07C87C8C-0A33-462A-9070-2E12921A664F}"/>
              </a:ext>
            </a:extLst>
          </p:cNvPr>
          <p:cNvSpPr>
            <a:spLocks xmlns:a="http://schemas.openxmlformats.org/drawingml/2006/main" noGrp="1"/>
          </p:cNvSpPr>
          <p:nvPr/>
        </p:nvSpPr>
        <p:spPr>
          <a:xfrm xmlns:a="http://schemas.openxmlformats.org/drawingml/2006/main">
            <a:off x="9277350" y="3143250"/>
            <a:ext cx="2381250" cy="19050"/>
          </a:xfrm>
          <a:prstGeom xmlns:a="http://schemas.openxmlformats.org/drawingml/2006/main" prst="rect">
            <a:avLst/>
          </a:prstGeom>
          <a:solidFill xmlns:a="http://schemas.openxmlformats.org/drawingml/2006/main">
            <a:srgbClr val="C9CFC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3A6F1CE-D044-4858-8545-1E3B850E4E4E}"/>
              </a:ext>
            </a:extLst>
          </p:cNvPr>
          <p:cNvSpPr>
            <a:spLocks xmlns:a="http://schemas.openxmlformats.org/drawingml/2006/main" noGrp="1"/>
          </p:cNvSpPr>
          <p:nvPr/>
        </p:nvSpPr>
        <p:spPr>
          <a:xfrm xmlns:a="http://schemas.openxmlformats.org/drawingml/2006/main">
            <a:off x="9277350" y="3486150"/>
            <a:ext cx="2609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72526"/>
                </a:solidFill>
                <a:latin typeface="Arial"/>
                <a:ea typeface="Arial"/>
                <a:cs typeface="Arial"/>
              </a:defRPr>
            </a:defPPr>
            <a:lvl1pPr>
              <a:defRPr sz="2325" b="1">
                <a:solidFill>
                  <a:srgbClr val="172526"/>
                </a:solidFill>
                <a:latin typeface="Arial"/>
                <a:ea typeface="Arial"/>
                <a:cs typeface="Arial"/>
              </a:defRPr>
            </a:lvl1pPr>
            <a:lvl2pPr>
              <a:defRPr sz="2325" b="1">
                <a:solidFill>
                  <a:srgbClr val="172526"/>
                </a:solidFill>
                <a:latin typeface="Arial"/>
                <a:ea typeface="Arial"/>
                <a:cs typeface="Arial"/>
              </a:defRPr>
            </a:lvl2pPr>
            <a:lvl3pPr>
              <a:defRPr sz="2325" b="1">
                <a:solidFill>
                  <a:srgbClr val="172526"/>
                </a:solidFill>
                <a:latin typeface="Arial"/>
                <a:ea typeface="Arial"/>
                <a:cs typeface="Arial"/>
              </a:defRPr>
            </a:lvl3pPr>
            <a:lvl4pPr>
              <a:defRPr sz="2325" b="1">
                <a:solidFill>
                  <a:srgbClr val="172526"/>
                </a:solidFill>
                <a:latin typeface="Arial"/>
                <a:ea typeface="Arial"/>
                <a:cs typeface="Arial"/>
              </a:defRPr>
            </a:lvl4pPr>
            <a:lvl5pPr>
              <a:defRPr sz="2325" b="1">
                <a:solidFill>
                  <a:srgbClr val="172526"/>
                </a:solidFill>
                <a:latin typeface="Arial"/>
                <a:ea typeface="Arial"/>
                <a:cs typeface="Arial"/>
              </a:defRPr>
            </a:lvl5pPr>
            <a:lvl6pPr>
              <a:defRPr sz="2325" b="1">
                <a:solidFill>
                  <a:srgbClr val="172526"/>
                </a:solidFill>
                <a:latin typeface="Arial"/>
                <a:ea typeface="Arial"/>
                <a:cs typeface="Arial"/>
              </a:defRPr>
            </a:lvl6pPr>
            <a:lvl7pPr>
              <a:defRPr sz="2325" b="1">
                <a:solidFill>
                  <a:srgbClr val="172526"/>
                </a:solidFill>
                <a:latin typeface="Arial"/>
                <a:ea typeface="Arial"/>
                <a:cs typeface="Arial"/>
              </a:defRPr>
            </a:lvl7pPr>
            <a:lvl8pPr>
              <a:defRPr sz="2325" b="1">
                <a:solidFill>
                  <a:srgbClr val="172526"/>
                </a:solidFill>
                <a:latin typeface="Arial"/>
                <a:ea typeface="Arial"/>
                <a:cs typeface="Arial"/>
              </a:defRPr>
            </a:lvl8pPr>
            <a:lvl9pPr>
              <a:defRPr sz="2325" b="1">
                <a:solidFill>
                  <a:srgbClr val="172526"/>
                </a:solidFill>
                <a:latin typeface="Arial"/>
                <a:ea typeface="Arial"/>
                <a:cs typeface="Arial"/>
              </a:defRPr>
            </a:lvl9pPr>
          </a:lstStyle>
          <a:p xmlns:a="http://schemas.openxmlformats.org/drawingml/2006/main">
            <a:pPr>
              <a:defRPr sz="2325" b="1">
                <a:solidFill>
                  <a:srgbClr val="172526"/>
                </a:solidFill>
                <a:latin typeface="Arial"/>
                <a:ea typeface="Arial"/>
                <a:cs typeface="Arial"/>
              </a:defRPr>
            </a:pPr>
            <a:r>
              <a:rPr sz="2325" b="1">
                <a:solidFill>
                  <a:srgbClr val="172526"/>
                </a:solidFill>
                <a:latin typeface="Arial"/>
                <a:ea typeface="Arial"/>
                <a:cs typeface="Arial"/>
              </a:rPr>
              <a:t>Yetkiyi devret</a:t>
            </a:r>
          </a:p>
        </p:txBody>
      </p:sp>
      <p:sp>
        <p:nvSpPr>
          <p:cNvPr id="18" name="">
            <a:extLst xmlns:a="http://schemas.openxmlformats.org/drawingml/2006/main">
              <a:ext uri="{FF2B5EF4-FFF2-40B4-BE49-F238E27FC236}">
                <a16:creationId xmlns:a16="http://schemas.microsoft.com/office/drawing/2014/main" id="{C9DFECFE-95BB-4650-B07B-86E695600E26}"/>
              </a:ext>
            </a:extLst>
          </p:cNvPr>
          <p:cNvSpPr>
            <a:spLocks xmlns:a="http://schemas.openxmlformats.org/drawingml/2006/main" noGrp="1"/>
          </p:cNvSpPr>
          <p:nvPr/>
        </p:nvSpPr>
        <p:spPr>
          <a:xfrm xmlns:a="http://schemas.openxmlformats.org/drawingml/2006/main">
            <a:off x="9277350" y="4238625"/>
            <a:ext cx="2619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C6867"/>
                </a:solidFill>
                <a:latin typeface="Arial"/>
                <a:ea typeface="Arial"/>
                <a:cs typeface="Arial"/>
              </a:defRPr>
            </a:defPPr>
            <a:lvl1pPr>
              <a:defRPr sz="1875" b="0">
                <a:solidFill>
                  <a:srgbClr val="5C6867"/>
                </a:solidFill>
                <a:latin typeface="Arial"/>
                <a:ea typeface="Arial"/>
                <a:cs typeface="Arial"/>
              </a:defRPr>
            </a:lvl1pPr>
            <a:lvl2pPr>
              <a:defRPr sz="1875" b="0">
                <a:solidFill>
                  <a:srgbClr val="5C6867"/>
                </a:solidFill>
                <a:latin typeface="Arial"/>
                <a:ea typeface="Arial"/>
                <a:cs typeface="Arial"/>
              </a:defRPr>
            </a:lvl2pPr>
            <a:lvl3pPr>
              <a:defRPr sz="1875" b="0">
                <a:solidFill>
                  <a:srgbClr val="5C6867"/>
                </a:solidFill>
                <a:latin typeface="Arial"/>
                <a:ea typeface="Arial"/>
                <a:cs typeface="Arial"/>
              </a:defRPr>
            </a:lvl3pPr>
            <a:lvl4pPr>
              <a:defRPr sz="1875" b="0">
                <a:solidFill>
                  <a:srgbClr val="5C6867"/>
                </a:solidFill>
                <a:latin typeface="Arial"/>
                <a:ea typeface="Arial"/>
                <a:cs typeface="Arial"/>
              </a:defRPr>
            </a:lvl4pPr>
            <a:lvl5pPr>
              <a:defRPr sz="1875" b="0">
                <a:solidFill>
                  <a:srgbClr val="5C6867"/>
                </a:solidFill>
                <a:latin typeface="Arial"/>
                <a:ea typeface="Arial"/>
                <a:cs typeface="Arial"/>
              </a:defRPr>
            </a:lvl5pPr>
            <a:lvl6pPr>
              <a:defRPr sz="1875" b="0">
                <a:solidFill>
                  <a:srgbClr val="5C6867"/>
                </a:solidFill>
                <a:latin typeface="Arial"/>
                <a:ea typeface="Arial"/>
                <a:cs typeface="Arial"/>
              </a:defRPr>
            </a:lvl6pPr>
            <a:lvl7pPr>
              <a:defRPr sz="1875" b="0">
                <a:solidFill>
                  <a:srgbClr val="5C6867"/>
                </a:solidFill>
                <a:latin typeface="Arial"/>
                <a:ea typeface="Arial"/>
                <a:cs typeface="Arial"/>
              </a:defRPr>
            </a:lvl7pPr>
            <a:lvl8pPr>
              <a:defRPr sz="1875" b="0">
                <a:solidFill>
                  <a:srgbClr val="5C6867"/>
                </a:solidFill>
                <a:latin typeface="Arial"/>
                <a:ea typeface="Arial"/>
                <a:cs typeface="Arial"/>
              </a:defRPr>
            </a:lvl8pPr>
            <a:lvl9pPr>
              <a:defRPr sz="1875" b="0">
                <a:solidFill>
                  <a:srgbClr val="5C6867"/>
                </a:solidFill>
                <a:latin typeface="Arial"/>
                <a:ea typeface="Arial"/>
                <a:cs typeface="Arial"/>
              </a:defRPr>
            </a:lvl9pPr>
          </a:lstStyle>
          <a:p xmlns:a="http://schemas.openxmlformats.org/drawingml/2006/main">
            <a:pPr>
              <a:defRPr sz="1875" b="0">
                <a:solidFill>
                  <a:srgbClr val="5C6867"/>
                </a:solidFill>
                <a:latin typeface="Arial"/>
                <a:ea typeface="Arial"/>
                <a:cs typeface="Arial"/>
              </a:defRPr>
            </a:pPr>
            <a:r>
              <a:rPr sz="1875" b="0">
                <a:solidFill>
                  <a:srgbClr val="5C6867"/>
                </a:solidFill>
                <a:latin typeface="Arial"/>
                <a:ea typeface="Arial"/>
                <a:cs typeface="Arial"/>
              </a:rPr>
              <a:t>Yeni ajana yalnızca</a:t>
            </a:r>
          </a:p>
          <a:p xmlns:a="http://schemas.openxmlformats.org/drawingml/2006/main">
            <a:pPr>
              <a:defRPr sz="1875" b="0">
                <a:solidFill>
                  <a:srgbClr val="5C6867"/>
                </a:solidFill>
                <a:latin typeface="Arial"/>
                <a:ea typeface="Arial"/>
                <a:cs typeface="Arial"/>
              </a:defRPr>
            </a:pPr>
            <a:r>
              <a:rPr sz="1875" b="0">
                <a:solidFill>
                  <a:srgbClr val="5C6867"/>
                </a:solidFill>
                <a:latin typeface="Arial"/>
                <a:ea typeface="Arial"/>
                <a:cs typeface="Arial"/>
              </a:rPr>
              <a:t>kalan işi aktar.</a:t>
            </a:r>
          </a:p>
        </p:txBody>
      </p:sp>
      <p:sp>
        <p:nvSpPr>
          <p:cNvPr id="19" name="">
            <a:extLst xmlns:a="http://schemas.openxmlformats.org/drawingml/2006/main">
              <a:ext uri="{FF2B5EF4-FFF2-40B4-BE49-F238E27FC236}">
                <a16:creationId xmlns:a16="http://schemas.microsoft.com/office/drawing/2014/main" id="{99673597-46A2-4608-A0E6-B7BF73EB3A3E}"/>
              </a:ext>
            </a:extLst>
          </p:cNvPr>
          <p:cNvSpPr>
            <a:spLocks xmlns:a="http://schemas.openxmlformats.org/drawingml/2006/main" noGrp="1"/>
          </p:cNvSpPr>
          <p:nvPr/>
        </p:nvSpPr>
        <p:spPr>
          <a:xfrm xmlns:a="http://schemas.openxmlformats.org/drawingml/2006/main">
            <a:off x="704850" y="57531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16D56"/>
                </a:solidFill>
                <a:latin typeface="Arial"/>
                <a:ea typeface="Arial"/>
                <a:cs typeface="Arial"/>
              </a:defRPr>
            </a:defPPr>
            <a:lvl1pPr>
              <a:defRPr sz="2100" b="1">
                <a:solidFill>
                  <a:srgbClr val="216D56"/>
                </a:solidFill>
                <a:latin typeface="Arial"/>
                <a:ea typeface="Arial"/>
                <a:cs typeface="Arial"/>
              </a:defRPr>
            </a:lvl1pPr>
            <a:lvl2pPr>
              <a:defRPr sz="2100" b="1">
                <a:solidFill>
                  <a:srgbClr val="216D56"/>
                </a:solidFill>
                <a:latin typeface="Arial"/>
                <a:ea typeface="Arial"/>
                <a:cs typeface="Arial"/>
              </a:defRPr>
            </a:lvl2pPr>
            <a:lvl3pPr>
              <a:defRPr sz="2100" b="1">
                <a:solidFill>
                  <a:srgbClr val="216D56"/>
                </a:solidFill>
                <a:latin typeface="Arial"/>
                <a:ea typeface="Arial"/>
                <a:cs typeface="Arial"/>
              </a:defRPr>
            </a:lvl3pPr>
            <a:lvl4pPr>
              <a:defRPr sz="2100" b="1">
                <a:solidFill>
                  <a:srgbClr val="216D56"/>
                </a:solidFill>
                <a:latin typeface="Arial"/>
                <a:ea typeface="Arial"/>
                <a:cs typeface="Arial"/>
              </a:defRPr>
            </a:lvl4pPr>
            <a:lvl5pPr>
              <a:defRPr sz="2100" b="1">
                <a:solidFill>
                  <a:srgbClr val="216D56"/>
                </a:solidFill>
                <a:latin typeface="Arial"/>
                <a:ea typeface="Arial"/>
                <a:cs typeface="Arial"/>
              </a:defRPr>
            </a:lvl5pPr>
            <a:lvl6pPr>
              <a:defRPr sz="2100" b="1">
                <a:solidFill>
                  <a:srgbClr val="216D56"/>
                </a:solidFill>
                <a:latin typeface="Arial"/>
                <a:ea typeface="Arial"/>
                <a:cs typeface="Arial"/>
              </a:defRPr>
            </a:lvl6pPr>
            <a:lvl7pPr>
              <a:defRPr sz="2100" b="1">
                <a:solidFill>
                  <a:srgbClr val="216D56"/>
                </a:solidFill>
                <a:latin typeface="Arial"/>
                <a:ea typeface="Arial"/>
                <a:cs typeface="Arial"/>
              </a:defRPr>
            </a:lvl7pPr>
            <a:lvl8pPr>
              <a:defRPr sz="2100" b="1">
                <a:solidFill>
                  <a:srgbClr val="216D56"/>
                </a:solidFill>
                <a:latin typeface="Arial"/>
                <a:ea typeface="Arial"/>
                <a:cs typeface="Arial"/>
              </a:defRPr>
            </a:lvl8pPr>
            <a:lvl9pPr>
              <a:defRPr sz="2100" b="1">
                <a:solidFill>
                  <a:srgbClr val="216D56"/>
                </a:solidFill>
                <a:latin typeface="Arial"/>
                <a:ea typeface="Arial"/>
                <a:cs typeface="Arial"/>
              </a:defRPr>
            </a:lvl9pPr>
          </a:lstStyle>
          <a:p xmlns:a="http://schemas.openxmlformats.org/drawingml/2006/main">
            <a:pPr>
              <a:defRPr sz="2100" b="1">
                <a:solidFill>
                  <a:srgbClr val="216D56"/>
                </a:solidFill>
                <a:latin typeface="Arial"/>
                <a:ea typeface="Arial"/>
                <a:cs typeface="Arial"/>
              </a:defRPr>
            </a:pPr>
            <a:r>
              <a:rPr sz="2100" b="1">
                <a:solidFill>
                  <a:srgbClr val="216D56"/>
                </a:solidFill>
                <a:latin typeface="Arial"/>
                <a:ea typeface="Arial"/>
                <a:cs typeface="Arial"/>
              </a:rPr>
              <a:t>Yetki sürümü 2: eski ajanın önceki yetkisi geçersiz</a:t>
            </a:r>
          </a:p>
        </p:txBody>
      </p:sp>
    </p:spTree>
    <p:extLst>
      <p:ext uri="{BB962C8B-B14F-4D97-AF65-F5344CB8AC3E}">
        <p14:creationId xmlns:p14="http://schemas.microsoft.com/office/powerpoint/2010/main" val="926660580"/>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491EC44-F3CD-4F23-B504-ECD7B8509DA4}"/>
              </a:ext>
            </a:extLst>
          </p:cNvPr>
          <p:cNvSpPr>
            <a:spLocks xmlns:a="http://schemas.openxmlformats.org/drawingml/2006/main" noGrp="1"/>
          </p:cNvSpPr>
          <p:nvPr/>
        </p:nvSpPr>
        <p:spPr>
          <a:xfrm xmlns:a="http://schemas.openxmlformats.org/drawingml/2006/main">
            <a:off x="11239500" y="6248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867"/>
                </a:solidFill>
                <a:latin typeface="Arial"/>
                <a:ea typeface="Arial"/>
                <a:cs typeface="Arial"/>
              </a:defRPr>
            </a:defPPr>
            <a:lvl1pPr>
              <a:defRPr sz="1275" b="0">
                <a:solidFill>
                  <a:srgbClr val="5C6867"/>
                </a:solidFill>
                <a:latin typeface="Arial"/>
                <a:ea typeface="Arial"/>
                <a:cs typeface="Arial"/>
              </a:defRPr>
            </a:lvl1pPr>
            <a:lvl2pPr>
              <a:defRPr sz="1275" b="0">
                <a:solidFill>
                  <a:srgbClr val="5C6867"/>
                </a:solidFill>
                <a:latin typeface="Arial"/>
                <a:ea typeface="Arial"/>
                <a:cs typeface="Arial"/>
              </a:defRPr>
            </a:lvl2pPr>
            <a:lvl3pPr>
              <a:defRPr sz="1275" b="0">
                <a:solidFill>
                  <a:srgbClr val="5C6867"/>
                </a:solidFill>
                <a:latin typeface="Arial"/>
                <a:ea typeface="Arial"/>
                <a:cs typeface="Arial"/>
              </a:defRPr>
            </a:lvl3pPr>
            <a:lvl4pPr>
              <a:defRPr sz="1275" b="0">
                <a:solidFill>
                  <a:srgbClr val="5C6867"/>
                </a:solidFill>
                <a:latin typeface="Arial"/>
                <a:ea typeface="Arial"/>
                <a:cs typeface="Arial"/>
              </a:defRPr>
            </a:lvl4pPr>
            <a:lvl5pPr>
              <a:defRPr sz="1275" b="0">
                <a:solidFill>
                  <a:srgbClr val="5C6867"/>
                </a:solidFill>
                <a:latin typeface="Arial"/>
                <a:ea typeface="Arial"/>
                <a:cs typeface="Arial"/>
              </a:defRPr>
            </a:lvl5pPr>
            <a:lvl6pPr>
              <a:defRPr sz="1275" b="0">
                <a:solidFill>
                  <a:srgbClr val="5C6867"/>
                </a:solidFill>
                <a:latin typeface="Arial"/>
                <a:ea typeface="Arial"/>
                <a:cs typeface="Arial"/>
              </a:defRPr>
            </a:lvl6pPr>
            <a:lvl7pPr>
              <a:defRPr sz="1275" b="0">
                <a:solidFill>
                  <a:srgbClr val="5C6867"/>
                </a:solidFill>
                <a:latin typeface="Arial"/>
                <a:ea typeface="Arial"/>
                <a:cs typeface="Arial"/>
              </a:defRPr>
            </a:lvl7pPr>
            <a:lvl8pPr>
              <a:defRPr sz="1275" b="0">
                <a:solidFill>
                  <a:srgbClr val="5C6867"/>
                </a:solidFill>
                <a:latin typeface="Arial"/>
                <a:ea typeface="Arial"/>
                <a:cs typeface="Arial"/>
              </a:defRPr>
            </a:lvl8pPr>
            <a:lvl9pPr>
              <a:defRPr sz="1275" b="0">
                <a:solidFill>
                  <a:srgbClr val="5C6867"/>
                </a:solidFill>
                <a:latin typeface="Arial"/>
                <a:ea typeface="Arial"/>
                <a:cs typeface="Arial"/>
              </a:defRPr>
            </a:lvl9pPr>
          </a:lstStyle>
          <a:p xmlns:a="http://schemas.openxmlformats.org/drawingml/2006/main">
            <a:pPr>
              <a:defRPr sz="1275" b="0">
                <a:solidFill>
                  <a:srgbClr val="5C6867"/>
                </a:solidFill>
                <a:latin typeface="Arial"/>
                <a:ea typeface="Arial"/>
                <a:cs typeface="Arial"/>
              </a:defRPr>
            </a:pPr>
            <a:r>
              <a:rPr sz="1275" b="0">
                <a:solidFill>
                  <a:srgbClr val="5C6867"/>
                </a:solidFill>
                <a:latin typeface="Arial"/>
                <a:ea typeface="Arial"/>
                <a:cs typeface="Arial"/>
              </a:rPr>
              <a:t>4</a:t>
            </a:r>
          </a:p>
        </p:txBody>
      </p:sp>
      <p:sp>
        <p:nvSpPr>
          <p:cNvPr id="2" name="">
            <a:extLst xmlns:a="http://schemas.openxmlformats.org/drawingml/2006/main">
              <a:ext uri="{FF2B5EF4-FFF2-40B4-BE49-F238E27FC236}">
                <a16:creationId xmlns:a16="http://schemas.microsoft.com/office/drawing/2014/main" id="{3599D101-355E-4172-93F4-956E7F086FE8}"/>
              </a:ext>
            </a:extLst>
          </p:cNvPr>
          <p:cNvSpPr>
            <a:spLocks xmlns:a="http://schemas.openxmlformats.org/drawingml/2006/main" noGrp="1"/>
          </p:cNvSpPr>
          <p:nvPr/>
        </p:nvSpPr>
        <p:spPr>
          <a:xfrm xmlns:a="http://schemas.openxmlformats.org/drawingml/2006/main">
            <a:off x="685800" y="5524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900" b="1">
                <a:solidFill>
                  <a:srgbClr val="172526"/>
                </a:solidFill>
                <a:latin typeface="Arial"/>
                <a:ea typeface="Arial"/>
                <a:cs typeface="Arial"/>
              </a:defRPr>
            </a:defPPr>
            <a:lvl1pPr>
              <a:defRPr sz="3900" b="1">
                <a:solidFill>
                  <a:srgbClr val="172526"/>
                </a:solidFill>
                <a:latin typeface="Arial"/>
                <a:ea typeface="Arial"/>
                <a:cs typeface="Arial"/>
              </a:defRPr>
            </a:lvl1pPr>
            <a:lvl2pPr>
              <a:defRPr sz="3900" b="1">
                <a:solidFill>
                  <a:srgbClr val="172526"/>
                </a:solidFill>
                <a:latin typeface="Arial"/>
                <a:ea typeface="Arial"/>
                <a:cs typeface="Arial"/>
              </a:defRPr>
            </a:lvl2pPr>
            <a:lvl3pPr>
              <a:defRPr sz="3900" b="1">
                <a:solidFill>
                  <a:srgbClr val="172526"/>
                </a:solidFill>
                <a:latin typeface="Arial"/>
                <a:ea typeface="Arial"/>
                <a:cs typeface="Arial"/>
              </a:defRPr>
            </a:lvl3pPr>
            <a:lvl4pPr>
              <a:defRPr sz="3900" b="1">
                <a:solidFill>
                  <a:srgbClr val="172526"/>
                </a:solidFill>
                <a:latin typeface="Arial"/>
                <a:ea typeface="Arial"/>
                <a:cs typeface="Arial"/>
              </a:defRPr>
            </a:lvl4pPr>
            <a:lvl5pPr>
              <a:defRPr sz="3900" b="1">
                <a:solidFill>
                  <a:srgbClr val="172526"/>
                </a:solidFill>
                <a:latin typeface="Arial"/>
                <a:ea typeface="Arial"/>
                <a:cs typeface="Arial"/>
              </a:defRPr>
            </a:lvl5pPr>
            <a:lvl6pPr>
              <a:defRPr sz="3900" b="1">
                <a:solidFill>
                  <a:srgbClr val="172526"/>
                </a:solidFill>
                <a:latin typeface="Arial"/>
                <a:ea typeface="Arial"/>
                <a:cs typeface="Arial"/>
              </a:defRPr>
            </a:lvl6pPr>
            <a:lvl7pPr>
              <a:defRPr sz="3900" b="1">
                <a:solidFill>
                  <a:srgbClr val="172526"/>
                </a:solidFill>
                <a:latin typeface="Arial"/>
                <a:ea typeface="Arial"/>
                <a:cs typeface="Arial"/>
              </a:defRPr>
            </a:lvl7pPr>
            <a:lvl8pPr>
              <a:defRPr sz="3900" b="1">
                <a:solidFill>
                  <a:srgbClr val="172526"/>
                </a:solidFill>
                <a:latin typeface="Arial"/>
                <a:ea typeface="Arial"/>
                <a:cs typeface="Arial"/>
              </a:defRPr>
            </a:lvl8pPr>
            <a:lvl9pPr>
              <a:defRPr sz="3900" b="1">
                <a:solidFill>
                  <a:srgbClr val="172526"/>
                </a:solidFill>
                <a:latin typeface="Arial"/>
                <a:ea typeface="Arial"/>
                <a:cs typeface="Arial"/>
              </a:defRPr>
            </a:lvl9pPr>
          </a:lstStyle>
          <a:p xmlns:a="http://schemas.openxmlformats.org/drawingml/2006/main">
            <a:pPr>
              <a:defRPr sz="3900" b="1">
                <a:solidFill>
                  <a:srgbClr val="172526"/>
                </a:solidFill>
                <a:latin typeface="Arial"/>
                <a:ea typeface="Arial"/>
                <a:cs typeface="Arial"/>
              </a:defRPr>
            </a:pPr>
            <a:r>
              <a:rPr sz="3900" b="1">
                <a:solidFill>
                  <a:srgbClr val="172526"/>
                </a:solidFill>
                <a:latin typeface="Arial"/>
                <a:ea typeface="Arial"/>
                <a:cs typeface="Arial"/>
              </a:rPr>
              <a:t>OKX ve Avalanche’ın rolü</a:t>
            </a:r>
          </a:p>
        </p:txBody>
      </p:sp>
      <p:sp>
        <p:nvSpPr>
          <p:cNvPr id="3" name="">
            <a:extLst xmlns:a="http://schemas.openxmlformats.org/drawingml/2006/main">
              <a:ext uri="{FF2B5EF4-FFF2-40B4-BE49-F238E27FC236}">
                <a16:creationId xmlns:a16="http://schemas.microsoft.com/office/drawing/2014/main" id="{2BD1F8B2-23A4-4E66-911A-329AD1F8DE9D}"/>
              </a:ext>
            </a:extLst>
          </p:cNvPr>
          <p:cNvSpPr>
            <a:spLocks xmlns:a="http://schemas.openxmlformats.org/drawingml/2006/main" noGrp="1"/>
          </p:cNvSpPr>
          <p:nvPr/>
        </p:nvSpPr>
        <p:spPr>
          <a:xfrm xmlns:a="http://schemas.openxmlformats.org/drawingml/2006/main">
            <a:off x="5962650" y="2095500"/>
            <a:ext cx="19050" cy="3333750"/>
          </a:xfrm>
          <a:prstGeom xmlns:a="http://schemas.openxmlformats.org/drawingml/2006/main" prst="rect">
            <a:avLst/>
          </a:prstGeom>
          <a:solidFill xmlns:a="http://schemas.openxmlformats.org/drawingml/2006/main">
            <a:srgbClr val="C9CFC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718E439-F690-4138-BD57-50BF6B4310C5}"/>
              </a:ext>
            </a:extLst>
          </p:cNvPr>
          <p:cNvSpPr>
            <a:spLocks xmlns:a="http://schemas.openxmlformats.org/drawingml/2006/main" noGrp="1"/>
          </p:cNvSpPr>
          <p:nvPr/>
        </p:nvSpPr>
        <p:spPr>
          <a:xfrm xmlns:a="http://schemas.openxmlformats.org/drawingml/2006/main">
            <a:off x="704850" y="2133600"/>
            <a:ext cx="4953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500" b="1">
                <a:solidFill>
                  <a:srgbClr val="172526"/>
                </a:solidFill>
                <a:latin typeface="Arial"/>
                <a:ea typeface="Arial"/>
                <a:cs typeface="Arial"/>
              </a:defRPr>
            </a:defPPr>
            <a:lvl1pPr>
              <a:defRPr sz="4500" b="1">
                <a:solidFill>
                  <a:srgbClr val="172526"/>
                </a:solidFill>
                <a:latin typeface="Arial"/>
                <a:ea typeface="Arial"/>
                <a:cs typeface="Arial"/>
              </a:defRPr>
            </a:lvl1pPr>
            <a:lvl2pPr>
              <a:defRPr sz="4500" b="1">
                <a:solidFill>
                  <a:srgbClr val="172526"/>
                </a:solidFill>
                <a:latin typeface="Arial"/>
                <a:ea typeface="Arial"/>
                <a:cs typeface="Arial"/>
              </a:defRPr>
            </a:lvl2pPr>
            <a:lvl3pPr>
              <a:defRPr sz="4500" b="1">
                <a:solidFill>
                  <a:srgbClr val="172526"/>
                </a:solidFill>
                <a:latin typeface="Arial"/>
                <a:ea typeface="Arial"/>
                <a:cs typeface="Arial"/>
              </a:defRPr>
            </a:lvl3pPr>
            <a:lvl4pPr>
              <a:defRPr sz="4500" b="1">
                <a:solidFill>
                  <a:srgbClr val="172526"/>
                </a:solidFill>
                <a:latin typeface="Arial"/>
                <a:ea typeface="Arial"/>
                <a:cs typeface="Arial"/>
              </a:defRPr>
            </a:lvl4pPr>
            <a:lvl5pPr>
              <a:defRPr sz="4500" b="1">
                <a:solidFill>
                  <a:srgbClr val="172526"/>
                </a:solidFill>
                <a:latin typeface="Arial"/>
                <a:ea typeface="Arial"/>
                <a:cs typeface="Arial"/>
              </a:defRPr>
            </a:lvl5pPr>
            <a:lvl6pPr>
              <a:defRPr sz="4500" b="1">
                <a:solidFill>
                  <a:srgbClr val="172526"/>
                </a:solidFill>
                <a:latin typeface="Arial"/>
                <a:ea typeface="Arial"/>
                <a:cs typeface="Arial"/>
              </a:defRPr>
            </a:lvl6pPr>
            <a:lvl7pPr>
              <a:defRPr sz="4500" b="1">
                <a:solidFill>
                  <a:srgbClr val="172526"/>
                </a:solidFill>
                <a:latin typeface="Arial"/>
                <a:ea typeface="Arial"/>
                <a:cs typeface="Arial"/>
              </a:defRPr>
            </a:lvl7pPr>
            <a:lvl8pPr>
              <a:defRPr sz="4500" b="1">
                <a:solidFill>
                  <a:srgbClr val="172526"/>
                </a:solidFill>
                <a:latin typeface="Arial"/>
                <a:ea typeface="Arial"/>
                <a:cs typeface="Arial"/>
              </a:defRPr>
            </a:lvl8pPr>
            <a:lvl9pPr>
              <a:defRPr sz="4500" b="1">
                <a:solidFill>
                  <a:srgbClr val="172526"/>
                </a:solidFill>
                <a:latin typeface="Arial"/>
                <a:ea typeface="Arial"/>
                <a:cs typeface="Arial"/>
              </a:defRPr>
            </a:lvl9pPr>
          </a:lstStyle>
          <a:p xmlns:a="http://schemas.openxmlformats.org/drawingml/2006/main">
            <a:pPr>
              <a:defRPr sz="4500" b="1">
                <a:solidFill>
                  <a:srgbClr val="172526"/>
                </a:solidFill>
                <a:latin typeface="Arial"/>
                <a:ea typeface="Arial"/>
                <a:cs typeface="Arial"/>
              </a:defRPr>
            </a:pPr>
            <a:r>
              <a:rPr sz="4500" b="1">
                <a:solidFill>
                  <a:srgbClr val="172526"/>
                </a:solidFill>
                <a:latin typeface="Arial"/>
                <a:ea typeface="Arial"/>
                <a:cs typeface="Arial"/>
              </a:rPr>
              <a:t>OKX</a:t>
            </a:r>
          </a:p>
        </p:txBody>
      </p:sp>
      <p:sp>
        <p:nvSpPr>
          <p:cNvPr id="5" name="">
            <a:extLst xmlns:a="http://schemas.openxmlformats.org/drawingml/2006/main">
              <a:ext uri="{FF2B5EF4-FFF2-40B4-BE49-F238E27FC236}">
                <a16:creationId xmlns:a16="http://schemas.microsoft.com/office/drawing/2014/main" id="{B94DD82C-B6E6-45BE-9D01-E2139F445D78}"/>
              </a:ext>
            </a:extLst>
          </p:cNvPr>
          <p:cNvSpPr>
            <a:spLocks xmlns:a="http://schemas.openxmlformats.org/drawingml/2006/main" noGrp="1"/>
          </p:cNvSpPr>
          <p:nvPr/>
        </p:nvSpPr>
        <p:spPr>
          <a:xfrm xmlns:a="http://schemas.openxmlformats.org/drawingml/2006/main">
            <a:off x="723900" y="290512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D94435"/>
                </a:solidFill>
                <a:latin typeface="Arial"/>
                <a:ea typeface="Arial"/>
                <a:cs typeface="Arial"/>
              </a:defRPr>
            </a:defPPr>
            <a:lvl1pPr>
              <a:defRPr sz="2400" b="1">
                <a:solidFill>
                  <a:srgbClr val="D94435"/>
                </a:solidFill>
                <a:latin typeface="Arial"/>
                <a:ea typeface="Arial"/>
                <a:cs typeface="Arial"/>
              </a:defRPr>
            </a:lvl1pPr>
            <a:lvl2pPr>
              <a:defRPr sz="2400" b="1">
                <a:solidFill>
                  <a:srgbClr val="D94435"/>
                </a:solidFill>
                <a:latin typeface="Arial"/>
                <a:ea typeface="Arial"/>
                <a:cs typeface="Arial"/>
              </a:defRPr>
            </a:lvl2pPr>
            <a:lvl3pPr>
              <a:defRPr sz="2400" b="1">
                <a:solidFill>
                  <a:srgbClr val="D94435"/>
                </a:solidFill>
                <a:latin typeface="Arial"/>
                <a:ea typeface="Arial"/>
                <a:cs typeface="Arial"/>
              </a:defRPr>
            </a:lvl3pPr>
            <a:lvl4pPr>
              <a:defRPr sz="2400" b="1">
                <a:solidFill>
                  <a:srgbClr val="D94435"/>
                </a:solidFill>
                <a:latin typeface="Arial"/>
                <a:ea typeface="Arial"/>
                <a:cs typeface="Arial"/>
              </a:defRPr>
            </a:lvl4pPr>
            <a:lvl5pPr>
              <a:defRPr sz="2400" b="1">
                <a:solidFill>
                  <a:srgbClr val="D94435"/>
                </a:solidFill>
                <a:latin typeface="Arial"/>
                <a:ea typeface="Arial"/>
                <a:cs typeface="Arial"/>
              </a:defRPr>
            </a:lvl5pPr>
            <a:lvl6pPr>
              <a:defRPr sz="2400" b="1">
                <a:solidFill>
                  <a:srgbClr val="D94435"/>
                </a:solidFill>
                <a:latin typeface="Arial"/>
                <a:ea typeface="Arial"/>
                <a:cs typeface="Arial"/>
              </a:defRPr>
            </a:lvl6pPr>
            <a:lvl7pPr>
              <a:defRPr sz="2400" b="1">
                <a:solidFill>
                  <a:srgbClr val="D94435"/>
                </a:solidFill>
                <a:latin typeface="Arial"/>
                <a:ea typeface="Arial"/>
                <a:cs typeface="Arial"/>
              </a:defRPr>
            </a:lvl7pPr>
            <a:lvl8pPr>
              <a:defRPr sz="2400" b="1">
                <a:solidFill>
                  <a:srgbClr val="D94435"/>
                </a:solidFill>
                <a:latin typeface="Arial"/>
                <a:ea typeface="Arial"/>
                <a:cs typeface="Arial"/>
              </a:defRPr>
            </a:lvl8pPr>
            <a:lvl9pPr>
              <a:defRPr sz="2400" b="1">
                <a:solidFill>
                  <a:srgbClr val="D94435"/>
                </a:solidFill>
                <a:latin typeface="Arial"/>
                <a:ea typeface="Arial"/>
                <a:cs typeface="Arial"/>
              </a:defRPr>
            </a:lvl9pPr>
          </a:lstStyle>
          <a:p xmlns:a="http://schemas.openxmlformats.org/drawingml/2006/main">
            <a:pPr>
              <a:defRPr sz="2400" b="1">
                <a:solidFill>
                  <a:srgbClr val="D94435"/>
                </a:solidFill>
                <a:latin typeface="Arial"/>
                <a:ea typeface="Arial"/>
                <a:cs typeface="Arial"/>
              </a:defRPr>
            </a:pPr>
            <a:r>
              <a:rPr sz="2400" b="1">
                <a:solidFill>
                  <a:srgbClr val="D94435"/>
                </a:solidFill>
                <a:latin typeface="Arial"/>
                <a:ea typeface="Arial"/>
                <a:cs typeface="Arial"/>
              </a:rPr>
              <a:t>Agent Trade Kit</a:t>
            </a:r>
          </a:p>
        </p:txBody>
      </p:sp>
      <p:sp>
        <p:nvSpPr>
          <p:cNvPr id="6" name="">
            <a:extLst xmlns:a="http://schemas.openxmlformats.org/drawingml/2006/main">
              <a:ext uri="{FF2B5EF4-FFF2-40B4-BE49-F238E27FC236}">
                <a16:creationId xmlns:a16="http://schemas.microsoft.com/office/drawing/2014/main" id="{A09D648D-715D-4175-A0EE-B5017F835A01}"/>
              </a:ext>
            </a:extLst>
          </p:cNvPr>
          <p:cNvSpPr>
            <a:spLocks xmlns:a="http://schemas.openxmlformats.org/drawingml/2006/main" noGrp="1"/>
          </p:cNvSpPr>
          <p:nvPr/>
        </p:nvSpPr>
        <p:spPr>
          <a:xfrm xmlns:a="http://schemas.openxmlformats.org/drawingml/2006/main">
            <a:off x="723900" y="3790950"/>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72526"/>
                </a:solidFill>
                <a:latin typeface="Arial"/>
                <a:ea typeface="Arial"/>
                <a:cs typeface="Arial"/>
              </a:defRPr>
            </a:defPPr>
            <a:lvl1pPr>
              <a:defRPr sz="2325" b="0">
                <a:solidFill>
                  <a:srgbClr val="172526"/>
                </a:solidFill>
                <a:latin typeface="Arial"/>
                <a:ea typeface="Arial"/>
                <a:cs typeface="Arial"/>
              </a:defRPr>
            </a:lvl1pPr>
            <a:lvl2pPr>
              <a:defRPr sz="2325" b="0">
                <a:solidFill>
                  <a:srgbClr val="172526"/>
                </a:solidFill>
                <a:latin typeface="Arial"/>
                <a:ea typeface="Arial"/>
                <a:cs typeface="Arial"/>
              </a:defRPr>
            </a:lvl2pPr>
            <a:lvl3pPr>
              <a:defRPr sz="2325" b="0">
                <a:solidFill>
                  <a:srgbClr val="172526"/>
                </a:solidFill>
                <a:latin typeface="Arial"/>
                <a:ea typeface="Arial"/>
                <a:cs typeface="Arial"/>
              </a:defRPr>
            </a:lvl3pPr>
            <a:lvl4pPr>
              <a:defRPr sz="2325" b="0">
                <a:solidFill>
                  <a:srgbClr val="172526"/>
                </a:solidFill>
                <a:latin typeface="Arial"/>
                <a:ea typeface="Arial"/>
                <a:cs typeface="Arial"/>
              </a:defRPr>
            </a:lvl4pPr>
            <a:lvl5pPr>
              <a:defRPr sz="2325" b="0">
                <a:solidFill>
                  <a:srgbClr val="172526"/>
                </a:solidFill>
                <a:latin typeface="Arial"/>
                <a:ea typeface="Arial"/>
                <a:cs typeface="Arial"/>
              </a:defRPr>
            </a:lvl5pPr>
            <a:lvl6pPr>
              <a:defRPr sz="2325" b="0">
                <a:solidFill>
                  <a:srgbClr val="172526"/>
                </a:solidFill>
                <a:latin typeface="Arial"/>
                <a:ea typeface="Arial"/>
                <a:cs typeface="Arial"/>
              </a:defRPr>
            </a:lvl6pPr>
            <a:lvl7pPr>
              <a:defRPr sz="2325" b="0">
                <a:solidFill>
                  <a:srgbClr val="172526"/>
                </a:solidFill>
                <a:latin typeface="Arial"/>
                <a:ea typeface="Arial"/>
                <a:cs typeface="Arial"/>
              </a:defRPr>
            </a:lvl7pPr>
            <a:lvl8pPr>
              <a:defRPr sz="2325" b="0">
                <a:solidFill>
                  <a:srgbClr val="172526"/>
                </a:solidFill>
                <a:latin typeface="Arial"/>
                <a:ea typeface="Arial"/>
                <a:cs typeface="Arial"/>
              </a:defRPr>
            </a:lvl8pPr>
            <a:lvl9pPr>
              <a:defRPr sz="2325" b="0">
                <a:solidFill>
                  <a:srgbClr val="172526"/>
                </a:solidFill>
                <a:latin typeface="Arial"/>
                <a:ea typeface="Arial"/>
                <a:cs typeface="Arial"/>
              </a:defRPr>
            </a:lvl9pPr>
          </a:lstStyle>
          <a:p xmlns:a="http://schemas.openxmlformats.org/drawingml/2006/main">
            <a:pPr>
              <a:defRPr sz="2325" b="0">
                <a:solidFill>
                  <a:srgbClr val="172526"/>
                </a:solidFill>
                <a:latin typeface="Arial"/>
                <a:ea typeface="Arial"/>
                <a:cs typeface="Arial"/>
              </a:defRPr>
            </a:pPr>
            <a:r>
              <a:rPr sz="2325" b="0">
                <a:solidFill>
                  <a:srgbClr val="172526"/>
                </a:solidFill>
                <a:latin typeface="Arial"/>
                <a:ea typeface="Arial"/>
                <a:cs typeface="Arial"/>
              </a:rPr>
              <a:t>AVAX fiyatı</a:t>
            </a:r>
          </a:p>
          <a:p xmlns:a="http://schemas.openxmlformats.org/drawingml/2006/main">
            <a:pPr>
              <a:defRPr sz="2325" b="0">
                <a:solidFill>
                  <a:srgbClr val="172526"/>
                </a:solidFill>
                <a:latin typeface="Arial"/>
                <a:ea typeface="Arial"/>
                <a:cs typeface="Arial"/>
              </a:defRPr>
            </a:pPr>
            <a:r>
              <a:rPr sz="2325" b="0">
                <a:solidFill>
                  <a:srgbClr val="172526"/>
                </a:solidFill>
                <a:latin typeface="Arial"/>
                <a:ea typeface="Arial"/>
                <a:cs typeface="Arial"/>
              </a:rPr>
              <a:t>Emir defteri</a:t>
            </a:r>
          </a:p>
          <a:p xmlns:a="http://schemas.openxmlformats.org/drawingml/2006/main">
            <a:pPr>
              <a:defRPr sz="2325" b="0">
                <a:solidFill>
                  <a:srgbClr val="172526"/>
                </a:solidFill>
                <a:latin typeface="Arial"/>
                <a:ea typeface="Arial"/>
                <a:cs typeface="Arial"/>
              </a:defRPr>
            </a:pPr>
            <a:r>
              <a:rPr sz="2325" b="0">
                <a:solidFill>
                  <a:srgbClr val="172526"/>
                </a:solidFill>
                <a:latin typeface="Arial"/>
                <a:ea typeface="Arial"/>
                <a:cs typeface="Arial"/>
              </a:rPr>
              <a:t>Verinin zamanı</a:t>
            </a:r>
          </a:p>
        </p:txBody>
      </p:sp>
      <p:sp>
        <p:nvSpPr>
          <p:cNvPr id="7" name="">
            <a:extLst xmlns:a="http://schemas.openxmlformats.org/drawingml/2006/main">
              <a:ext uri="{FF2B5EF4-FFF2-40B4-BE49-F238E27FC236}">
                <a16:creationId xmlns:a16="http://schemas.microsoft.com/office/drawing/2014/main" id="{1D5EE9A5-3472-4841-96AF-8DD59A51BB63}"/>
              </a:ext>
            </a:extLst>
          </p:cNvPr>
          <p:cNvSpPr>
            <a:spLocks xmlns:a="http://schemas.openxmlformats.org/drawingml/2006/main" noGrp="1"/>
          </p:cNvSpPr>
          <p:nvPr/>
        </p:nvSpPr>
        <p:spPr>
          <a:xfrm xmlns:a="http://schemas.openxmlformats.org/drawingml/2006/main">
            <a:off x="723900" y="55245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C6867"/>
                </a:solidFill>
                <a:latin typeface="Arial"/>
                <a:ea typeface="Arial"/>
                <a:cs typeface="Arial"/>
              </a:defRPr>
            </a:defPPr>
            <a:lvl1pPr>
              <a:defRPr sz="1575" b="0">
                <a:solidFill>
                  <a:srgbClr val="5C6867"/>
                </a:solidFill>
                <a:latin typeface="Arial"/>
                <a:ea typeface="Arial"/>
                <a:cs typeface="Arial"/>
              </a:defRPr>
            </a:lvl1pPr>
            <a:lvl2pPr>
              <a:defRPr sz="1575" b="0">
                <a:solidFill>
                  <a:srgbClr val="5C6867"/>
                </a:solidFill>
                <a:latin typeface="Arial"/>
                <a:ea typeface="Arial"/>
                <a:cs typeface="Arial"/>
              </a:defRPr>
            </a:lvl2pPr>
            <a:lvl3pPr>
              <a:defRPr sz="1575" b="0">
                <a:solidFill>
                  <a:srgbClr val="5C6867"/>
                </a:solidFill>
                <a:latin typeface="Arial"/>
                <a:ea typeface="Arial"/>
                <a:cs typeface="Arial"/>
              </a:defRPr>
            </a:lvl3pPr>
            <a:lvl4pPr>
              <a:defRPr sz="1575" b="0">
                <a:solidFill>
                  <a:srgbClr val="5C6867"/>
                </a:solidFill>
                <a:latin typeface="Arial"/>
                <a:ea typeface="Arial"/>
                <a:cs typeface="Arial"/>
              </a:defRPr>
            </a:lvl4pPr>
            <a:lvl5pPr>
              <a:defRPr sz="1575" b="0">
                <a:solidFill>
                  <a:srgbClr val="5C6867"/>
                </a:solidFill>
                <a:latin typeface="Arial"/>
                <a:ea typeface="Arial"/>
                <a:cs typeface="Arial"/>
              </a:defRPr>
            </a:lvl5pPr>
            <a:lvl6pPr>
              <a:defRPr sz="1575" b="0">
                <a:solidFill>
                  <a:srgbClr val="5C6867"/>
                </a:solidFill>
                <a:latin typeface="Arial"/>
                <a:ea typeface="Arial"/>
                <a:cs typeface="Arial"/>
              </a:defRPr>
            </a:lvl6pPr>
            <a:lvl7pPr>
              <a:defRPr sz="1575" b="0">
                <a:solidFill>
                  <a:srgbClr val="5C6867"/>
                </a:solidFill>
                <a:latin typeface="Arial"/>
                <a:ea typeface="Arial"/>
                <a:cs typeface="Arial"/>
              </a:defRPr>
            </a:lvl7pPr>
            <a:lvl8pPr>
              <a:defRPr sz="1575" b="0">
                <a:solidFill>
                  <a:srgbClr val="5C6867"/>
                </a:solidFill>
                <a:latin typeface="Arial"/>
                <a:ea typeface="Arial"/>
                <a:cs typeface="Arial"/>
              </a:defRPr>
            </a:lvl8pPr>
            <a:lvl9pPr>
              <a:defRPr sz="1575" b="0">
                <a:solidFill>
                  <a:srgbClr val="5C6867"/>
                </a:solidFill>
                <a:latin typeface="Arial"/>
                <a:ea typeface="Arial"/>
                <a:cs typeface="Arial"/>
              </a:defRPr>
            </a:lvl9pPr>
          </a:lstStyle>
          <a:p xmlns:a="http://schemas.openxmlformats.org/drawingml/2006/main">
            <a:pPr>
              <a:defRPr sz="1575" b="0">
                <a:solidFill>
                  <a:srgbClr val="5C6867"/>
                </a:solidFill>
                <a:latin typeface="Arial"/>
                <a:ea typeface="Arial"/>
                <a:cs typeface="Arial"/>
              </a:defRPr>
            </a:pPr>
            <a:r>
              <a:rPr sz="1575" b="0">
                <a:solidFill>
                  <a:srgbClr val="5C6867"/>
                </a:solidFill>
                <a:latin typeface="Arial"/>
                <a:ea typeface="Arial"/>
                <a:cs typeface="Arial"/>
              </a:rPr>
              <a:t>Canlı veri veya tarihi belirtilen kayıt</a:t>
            </a:r>
          </a:p>
        </p:txBody>
      </p:sp>
      <p:sp>
        <p:nvSpPr>
          <p:cNvPr id="8" name="">
            <a:extLst xmlns:a="http://schemas.openxmlformats.org/drawingml/2006/main">
              <a:ext uri="{FF2B5EF4-FFF2-40B4-BE49-F238E27FC236}">
                <a16:creationId xmlns:a16="http://schemas.microsoft.com/office/drawing/2014/main" id="{5D83F23F-075F-440C-8E44-1ABAB2E3A8D8}"/>
              </a:ext>
            </a:extLst>
          </p:cNvPr>
          <p:cNvSpPr>
            <a:spLocks xmlns:a="http://schemas.openxmlformats.org/drawingml/2006/main" noGrp="1"/>
          </p:cNvSpPr>
          <p:nvPr/>
        </p:nvSpPr>
        <p:spPr>
          <a:xfrm xmlns:a="http://schemas.openxmlformats.org/drawingml/2006/main">
            <a:off x="6572250" y="2133600"/>
            <a:ext cx="4953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500" b="1">
                <a:solidFill>
                  <a:srgbClr val="172526"/>
                </a:solidFill>
                <a:latin typeface="Arial"/>
                <a:ea typeface="Arial"/>
                <a:cs typeface="Arial"/>
              </a:defRPr>
            </a:defPPr>
            <a:lvl1pPr>
              <a:defRPr sz="4500" b="1">
                <a:solidFill>
                  <a:srgbClr val="172526"/>
                </a:solidFill>
                <a:latin typeface="Arial"/>
                <a:ea typeface="Arial"/>
                <a:cs typeface="Arial"/>
              </a:defRPr>
            </a:lvl1pPr>
            <a:lvl2pPr>
              <a:defRPr sz="4500" b="1">
                <a:solidFill>
                  <a:srgbClr val="172526"/>
                </a:solidFill>
                <a:latin typeface="Arial"/>
                <a:ea typeface="Arial"/>
                <a:cs typeface="Arial"/>
              </a:defRPr>
            </a:lvl2pPr>
            <a:lvl3pPr>
              <a:defRPr sz="4500" b="1">
                <a:solidFill>
                  <a:srgbClr val="172526"/>
                </a:solidFill>
                <a:latin typeface="Arial"/>
                <a:ea typeface="Arial"/>
                <a:cs typeface="Arial"/>
              </a:defRPr>
            </a:lvl3pPr>
            <a:lvl4pPr>
              <a:defRPr sz="4500" b="1">
                <a:solidFill>
                  <a:srgbClr val="172526"/>
                </a:solidFill>
                <a:latin typeface="Arial"/>
                <a:ea typeface="Arial"/>
                <a:cs typeface="Arial"/>
              </a:defRPr>
            </a:lvl4pPr>
            <a:lvl5pPr>
              <a:defRPr sz="4500" b="1">
                <a:solidFill>
                  <a:srgbClr val="172526"/>
                </a:solidFill>
                <a:latin typeface="Arial"/>
                <a:ea typeface="Arial"/>
                <a:cs typeface="Arial"/>
              </a:defRPr>
            </a:lvl5pPr>
            <a:lvl6pPr>
              <a:defRPr sz="4500" b="1">
                <a:solidFill>
                  <a:srgbClr val="172526"/>
                </a:solidFill>
                <a:latin typeface="Arial"/>
                <a:ea typeface="Arial"/>
                <a:cs typeface="Arial"/>
              </a:defRPr>
            </a:lvl6pPr>
            <a:lvl7pPr>
              <a:defRPr sz="4500" b="1">
                <a:solidFill>
                  <a:srgbClr val="172526"/>
                </a:solidFill>
                <a:latin typeface="Arial"/>
                <a:ea typeface="Arial"/>
                <a:cs typeface="Arial"/>
              </a:defRPr>
            </a:lvl7pPr>
            <a:lvl8pPr>
              <a:defRPr sz="4500" b="1">
                <a:solidFill>
                  <a:srgbClr val="172526"/>
                </a:solidFill>
                <a:latin typeface="Arial"/>
                <a:ea typeface="Arial"/>
                <a:cs typeface="Arial"/>
              </a:defRPr>
            </a:lvl8pPr>
            <a:lvl9pPr>
              <a:defRPr sz="4500" b="1">
                <a:solidFill>
                  <a:srgbClr val="172526"/>
                </a:solidFill>
                <a:latin typeface="Arial"/>
                <a:ea typeface="Arial"/>
                <a:cs typeface="Arial"/>
              </a:defRPr>
            </a:lvl9pPr>
          </a:lstStyle>
          <a:p xmlns:a="http://schemas.openxmlformats.org/drawingml/2006/main">
            <a:pPr>
              <a:defRPr sz="4500" b="1">
                <a:solidFill>
                  <a:srgbClr val="172526"/>
                </a:solidFill>
                <a:latin typeface="Arial"/>
                <a:ea typeface="Arial"/>
                <a:cs typeface="Arial"/>
              </a:defRPr>
            </a:pPr>
            <a:r>
              <a:rPr sz="4500" b="1">
                <a:solidFill>
                  <a:srgbClr val="172526"/>
                </a:solidFill>
                <a:latin typeface="Arial"/>
                <a:ea typeface="Arial"/>
                <a:cs typeface="Arial"/>
              </a:rPr>
              <a:t>Avalanche</a:t>
            </a:r>
          </a:p>
        </p:txBody>
      </p:sp>
      <p:sp>
        <p:nvSpPr>
          <p:cNvPr id="9" name="">
            <a:extLst xmlns:a="http://schemas.openxmlformats.org/drawingml/2006/main">
              <a:ext uri="{FF2B5EF4-FFF2-40B4-BE49-F238E27FC236}">
                <a16:creationId xmlns:a16="http://schemas.microsoft.com/office/drawing/2014/main" id="{3A9C7D7D-290B-49F7-B8DA-31AA4E768FB6}"/>
              </a:ext>
            </a:extLst>
          </p:cNvPr>
          <p:cNvSpPr>
            <a:spLocks xmlns:a="http://schemas.openxmlformats.org/drawingml/2006/main" noGrp="1"/>
          </p:cNvSpPr>
          <p:nvPr/>
        </p:nvSpPr>
        <p:spPr>
          <a:xfrm xmlns:a="http://schemas.openxmlformats.org/drawingml/2006/main">
            <a:off x="6591300" y="290512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16D56"/>
                </a:solidFill>
                <a:latin typeface="Arial"/>
                <a:ea typeface="Arial"/>
                <a:cs typeface="Arial"/>
              </a:defRPr>
            </a:defPPr>
            <a:lvl1pPr>
              <a:defRPr sz="2400" b="1">
                <a:solidFill>
                  <a:srgbClr val="216D56"/>
                </a:solidFill>
                <a:latin typeface="Arial"/>
                <a:ea typeface="Arial"/>
                <a:cs typeface="Arial"/>
              </a:defRPr>
            </a:lvl1pPr>
            <a:lvl2pPr>
              <a:defRPr sz="2400" b="1">
                <a:solidFill>
                  <a:srgbClr val="216D56"/>
                </a:solidFill>
                <a:latin typeface="Arial"/>
                <a:ea typeface="Arial"/>
                <a:cs typeface="Arial"/>
              </a:defRPr>
            </a:lvl2pPr>
            <a:lvl3pPr>
              <a:defRPr sz="2400" b="1">
                <a:solidFill>
                  <a:srgbClr val="216D56"/>
                </a:solidFill>
                <a:latin typeface="Arial"/>
                <a:ea typeface="Arial"/>
                <a:cs typeface="Arial"/>
              </a:defRPr>
            </a:lvl3pPr>
            <a:lvl4pPr>
              <a:defRPr sz="2400" b="1">
                <a:solidFill>
                  <a:srgbClr val="216D56"/>
                </a:solidFill>
                <a:latin typeface="Arial"/>
                <a:ea typeface="Arial"/>
                <a:cs typeface="Arial"/>
              </a:defRPr>
            </a:lvl4pPr>
            <a:lvl5pPr>
              <a:defRPr sz="2400" b="1">
                <a:solidFill>
                  <a:srgbClr val="216D56"/>
                </a:solidFill>
                <a:latin typeface="Arial"/>
                <a:ea typeface="Arial"/>
                <a:cs typeface="Arial"/>
              </a:defRPr>
            </a:lvl5pPr>
            <a:lvl6pPr>
              <a:defRPr sz="2400" b="1">
                <a:solidFill>
                  <a:srgbClr val="216D56"/>
                </a:solidFill>
                <a:latin typeface="Arial"/>
                <a:ea typeface="Arial"/>
                <a:cs typeface="Arial"/>
              </a:defRPr>
            </a:lvl6pPr>
            <a:lvl7pPr>
              <a:defRPr sz="2400" b="1">
                <a:solidFill>
                  <a:srgbClr val="216D56"/>
                </a:solidFill>
                <a:latin typeface="Arial"/>
                <a:ea typeface="Arial"/>
                <a:cs typeface="Arial"/>
              </a:defRPr>
            </a:lvl7pPr>
            <a:lvl8pPr>
              <a:defRPr sz="2400" b="1">
                <a:solidFill>
                  <a:srgbClr val="216D56"/>
                </a:solidFill>
                <a:latin typeface="Arial"/>
                <a:ea typeface="Arial"/>
                <a:cs typeface="Arial"/>
              </a:defRPr>
            </a:lvl8pPr>
            <a:lvl9pPr>
              <a:defRPr sz="2400" b="1">
                <a:solidFill>
                  <a:srgbClr val="216D56"/>
                </a:solidFill>
                <a:latin typeface="Arial"/>
                <a:ea typeface="Arial"/>
                <a:cs typeface="Arial"/>
              </a:defRPr>
            </a:lvl9pPr>
          </a:lstStyle>
          <a:p xmlns:a="http://schemas.openxmlformats.org/drawingml/2006/main">
            <a:pPr>
              <a:defRPr sz="2400" b="1">
                <a:solidFill>
                  <a:srgbClr val="216D56"/>
                </a:solidFill>
                <a:latin typeface="Arial"/>
                <a:ea typeface="Arial"/>
                <a:cs typeface="Arial"/>
              </a:defRPr>
            </a:pPr>
            <a:r>
              <a:rPr sz="2400" b="1">
                <a:solidFill>
                  <a:srgbClr val="216D56"/>
                </a:solidFill>
                <a:latin typeface="Arial"/>
                <a:ea typeface="Arial"/>
                <a:cs typeface="Arial"/>
              </a:rPr>
              <a:t>Fuji test ağı</a:t>
            </a:r>
          </a:p>
        </p:txBody>
      </p:sp>
      <p:sp>
        <p:nvSpPr>
          <p:cNvPr id="10" name="">
            <a:extLst xmlns:a="http://schemas.openxmlformats.org/drawingml/2006/main">
              <a:ext uri="{FF2B5EF4-FFF2-40B4-BE49-F238E27FC236}">
                <a16:creationId xmlns:a16="http://schemas.microsoft.com/office/drawing/2014/main" id="{304466E2-FF34-4692-AA84-BBB4AE2E0C0D}"/>
              </a:ext>
            </a:extLst>
          </p:cNvPr>
          <p:cNvSpPr>
            <a:spLocks xmlns:a="http://schemas.openxmlformats.org/drawingml/2006/main" noGrp="1"/>
          </p:cNvSpPr>
          <p:nvPr/>
        </p:nvSpPr>
        <p:spPr>
          <a:xfrm xmlns:a="http://schemas.openxmlformats.org/drawingml/2006/main">
            <a:off x="6591300" y="3790950"/>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72526"/>
                </a:solidFill>
                <a:latin typeface="Arial"/>
                <a:ea typeface="Arial"/>
                <a:cs typeface="Arial"/>
              </a:defRPr>
            </a:defPPr>
            <a:lvl1pPr>
              <a:defRPr sz="2175" b="0">
                <a:solidFill>
                  <a:srgbClr val="172526"/>
                </a:solidFill>
                <a:latin typeface="Arial"/>
                <a:ea typeface="Arial"/>
                <a:cs typeface="Arial"/>
              </a:defRPr>
            </a:lvl1pPr>
            <a:lvl2pPr>
              <a:defRPr sz="2175" b="0">
                <a:solidFill>
                  <a:srgbClr val="172526"/>
                </a:solidFill>
                <a:latin typeface="Arial"/>
                <a:ea typeface="Arial"/>
                <a:cs typeface="Arial"/>
              </a:defRPr>
            </a:lvl2pPr>
            <a:lvl3pPr>
              <a:defRPr sz="2175" b="0">
                <a:solidFill>
                  <a:srgbClr val="172526"/>
                </a:solidFill>
                <a:latin typeface="Arial"/>
                <a:ea typeface="Arial"/>
                <a:cs typeface="Arial"/>
              </a:defRPr>
            </a:lvl3pPr>
            <a:lvl4pPr>
              <a:defRPr sz="2175" b="0">
                <a:solidFill>
                  <a:srgbClr val="172526"/>
                </a:solidFill>
                <a:latin typeface="Arial"/>
                <a:ea typeface="Arial"/>
                <a:cs typeface="Arial"/>
              </a:defRPr>
            </a:lvl4pPr>
            <a:lvl5pPr>
              <a:defRPr sz="2175" b="0">
                <a:solidFill>
                  <a:srgbClr val="172526"/>
                </a:solidFill>
                <a:latin typeface="Arial"/>
                <a:ea typeface="Arial"/>
                <a:cs typeface="Arial"/>
              </a:defRPr>
            </a:lvl5pPr>
            <a:lvl6pPr>
              <a:defRPr sz="2175" b="0">
                <a:solidFill>
                  <a:srgbClr val="172526"/>
                </a:solidFill>
                <a:latin typeface="Arial"/>
                <a:ea typeface="Arial"/>
                <a:cs typeface="Arial"/>
              </a:defRPr>
            </a:lvl6pPr>
            <a:lvl7pPr>
              <a:defRPr sz="2175" b="0">
                <a:solidFill>
                  <a:srgbClr val="172526"/>
                </a:solidFill>
                <a:latin typeface="Arial"/>
                <a:ea typeface="Arial"/>
                <a:cs typeface="Arial"/>
              </a:defRPr>
            </a:lvl7pPr>
            <a:lvl8pPr>
              <a:defRPr sz="2175" b="0">
                <a:solidFill>
                  <a:srgbClr val="172526"/>
                </a:solidFill>
                <a:latin typeface="Arial"/>
                <a:ea typeface="Arial"/>
                <a:cs typeface="Arial"/>
              </a:defRPr>
            </a:lvl8pPr>
            <a:lvl9pPr>
              <a:defRPr sz="2175" b="0">
                <a:solidFill>
                  <a:srgbClr val="172526"/>
                </a:solidFill>
                <a:latin typeface="Arial"/>
                <a:ea typeface="Arial"/>
                <a:cs typeface="Arial"/>
              </a:defRPr>
            </a:lvl9pPr>
          </a:lstStyle>
          <a:p xmlns:a="http://schemas.openxmlformats.org/drawingml/2006/main">
            <a:pPr>
              <a:defRPr sz="2175" b="0">
                <a:solidFill>
                  <a:srgbClr val="172526"/>
                </a:solidFill>
                <a:latin typeface="Arial"/>
                <a:ea typeface="Arial"/>
                <a:cs typeface="Arial"/>
              </a:defRPr>
            </a:pPr>
            <a:r>
              <a:rPr sz="2175" b="0">
                <a:solidFill>
                  <a:srgbClr val="172526"/>
                </a:solidFill>
                <a:latin typeface="Arial"/>
                <a:ea typeface="Arial"/>
                <a:cs typeface="Arial"/>
              </a:rPr>
              <a:t>DevirEscrow sözleşmesi</a:t>
            </a:r>
          </a:p>
          <a:p xmlns:a="http://schemas.openxmlformats.org/drawingml/2006/main">
            <a:pPr>
              <a:defRPr sz="2175" b="0">
                <a:solidFill>
                  <a:srgbClr val="172526"/>
                </a:solidFill>
                <a:latin typeface="Arial"/>
                <a:ea typeface="Arial"/>
                <a:cs typeface="Arial"/>
              </a:defRPr>
            </a:pPr>
            <a:r>
              <a:rPr sz="2175" b="0">
                <a:solidFill>
                  <a:srgbClr val="172526"/>
                </a:solidFill>
                <a:latin typeface="Arial"/>
                <a:ea typeface="Arial"/>
                <a:cs typeface="Arial"/>
              </a:rPr>
              <a:t>Dağıtım zincirde doğrulandı</a:t>
            </a:r>
          </a:p>
          <a:p xmlns:a="http://schemas.openxmlformats.org/drawingml/2006/main">
            <a:pPr>
              <a:defRPr sz="2175" b="0">
                <a:solidFill>
                  <a:srgbClr val="172526"/>
                </a:solidFill>
                <a:latin typeface="Arial"/>
                <a:ea typeface="Arial"/>
                <a:cs typeface="Arial"/>
              </a:defRPr>
            </a:pPr>
            <a:r>
              <a:rPr sz="2175" b="0">
                <a:solidFill>
                  <a:srgbClr val="172526"/>
                </a:solidFill>
                <a:latin typeface="Arial"/>
                <a:ea typeface="Arial"/>
                <a:cs typeface="Arial"/>
              </a:rPr>
              <a:t>Ağ numarası 43113</a:t>
            </a:r>
          </a:p>
        </p:txBody>
      </p:sp>
      <p:sp>
        <p:nvSpPr>
          <p:cNvPr id="11" name="">
            <a:extLst xmlns:a="http://schemas.openxmlformats.org/drawingml/2006/main">
              <a:ext uri="{FF2B5EF4-FFF2-40B4-BE49-F238E27FC236}">
                <a16:creationId xmlns:a16="http://schemas.microsoft.com/office/drawing/2014/main" id="{F7438A23-1635-4F9E-85C4-FB2A5A099D4D}"/>
              </a:ext>
            </a:extLst>
          </p:cNvPr>
          <p:cNvSpPr>
            <a:spLocks xmlns:a="http://schemas.openxmlformats.org/drawingml/2006/main" noGrp="1"/>
          </p:cNvSpPr>
          <p:nvPr/>
        </p:nvSpPr>
        <p:spPr>
          <a:xfrm xmlns:a="http://schemas.openxmlformats.org/drawingml/2006/main">
            <a:off x="6591300" y="5524500"/>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C6867"/>
                </a:solidFill>
                <a:latin typeface="Arial"/>
                <a:ea typeface="Arial"/>
                <a:cs typeface="Arial"/>
              </a:defRPr>
            </a:defPPr>
            <a:lvl1pPr>
              <a:defRPr sz="1575" b="0">
                <a:solidFill>
                  <a:srgbClr val="5C6867"/>
                </a:solidFill>
                <a:latin typeface="Arial"/>
                <a:ea typeface="Arial"/>
                <a:cs typeface="Arial"/>
              </a:defRPr>
            </a:lvl1pPr>
            <a:lvl2pPr>
              <a:defRPr sz="1575" b="0">
                <a:solidFill>
                  <a:srgbClr val="5C6867"/>
                </a:solidFill>
                <a:latin typeface="Arial"/>
                <a:ea typeface="Arial"/>
                <a:cs typeface="Arial"/>
              </a:defRPr>
            </a:lvl2pPr>
            <a:lvl3pPr>
              <a:defRPr sz="1575" b="0">
                <a:solidFill>
                  <a:srgbClr val="5C6867"/>
                </a:solidFill>
                <a:latin typeface="Arial"/>
                <a:ea typeface="Arial"/>
                <a:cs typeface="Arial"/>
              </a:defRPr>
            </a:lvl3pPr>
            <a:lvl4pPr>
              <a:defRPr sz="1575" b="0">
                <a:solidFill>
                  <a:srgbClr val="5C6867"/>
                </a:solidFill>
                <a:latin typeface="Arial"/>
                <a:ea typeface="Arial"/>
                <a:cs typeface="Arial"/>
              </a:defRPr>
            </a:lvl4pPr>
            <a:lvl5pPr>
              <a:defRPr sz="1575" b="0">
                <a:solidFill>
                  <a:srgbClr val="5C6867"/>
                </a:solidFill>
                <a:latin typeface="Arial"/>
                <a:ea typeface="Arial"/>
                <a:cs typeface="Arial"/>
              </a:defRPr>
            </a:lvl5pPr>
            <a:lvl6pPr>
              <a:defRPr sz="1575" b="0">
                <a:solidFill>
                  <a:srgbClr val="5C6867"/>
                </a:solidFill>
                <a:latin typeface="Arial"/>
                <a:ea typeface="Arial"/>
                <a:cs typeface="Arial"/>
              </a:defRPr>
            </a:lvl6pPr>
            <a:lvl7pPr>
              <a:defRPr sz="1575" b="0">
                <a:solidFill>
                  <a:srgbClr val="5C6867"/>
                </a:solidFill>
                <a:latin typeface="Arial"/>
                <a:ea typeface="Arial"/>
                <a:cs typeface="Arial"/>
              </a:defRPr>
            </a:lvl7pPr>
            <a:lvl8pPr>
              <a:defRPr sz="1575" b="0">
                <a:solidFill>
                  <a:srgbClr val="5C6867"/>
                </a:solidFill>
                <a:latin typeface="Arial"/>
                <a:ea typeface="Arial"/>
                <a:cs typeface="Arial"/>
              </a:defRPr>
            </a:lvl8pPr>
            <a:lvl9pPr>
              <a:defRPr sz="1575" b="0">
                <a:solidFill>
                  <a:srgbClr val="5C6867"/>
                </a:solidFill>
                <a:latin typeface="Arial"/>
                <a:ea typeface="Arial"/>
                <a:cs typeface="Arial"/>
              </a:defRPr>
            </a:lvl9pPr>
          </a:lstStyle>
          <a:p xmlns:a="http://schemas.openxmlformats.org/drawingml/2006/main">
            <a:pPr>
              <a:defRPr sz="1575" b="0">
                <a:solidFill>
                  <a:srgbClr val="5C6867"/>
                </a:solidFill>
                <a:latin typeface="Arial"/>
                <a:ea typeface="Arial"/>
                <a:cs typeface="Arial"/>
              </a:defRPr>
            </a:pPr>
            <a:r>
              <a:rPr sz="1575" b="0">
                <a:solidFill>
                  <a:srgbClr val="5C6867"/>
                </a:solidFill>
                <a:latin typeface="Arial"/>
                <a:ea typeface="Arial"/>
                <a:cs typeface="Arial"/>
              </a:rPr>
              <a:t>Görev yaşam döngüsünün zincir testi sırada</a:t>
            </a:r>
          </a:p>
        </p:txBody>
      </p:sp>
    </p:spTree>
    <p:extLst>
      <p:ext uri="{BB962C8B-B14F-4D97-AF65-F5344CB8AC3E}">
        <p14:creationId xmlns:p14="http://schemas.microsoft.com/office/powerpoint/2010/main" val="846833648"/>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8D42B00-6E27-46B7-8948-4785244DF87F}"/>
              </a:ext>
            </a:extLst>
          </p:cNvPr>
          <p:cNvSpPr>
            <a:spLocks xmlns:a="http://schemas.openxmlformats.org/drawingml/2006/main" noGrp="1"/>
          </p:cNvSpPr>
          <p:nvPr/>
        </p:nvSpPr>
        <p:spPr>
          <a:xfrm xmlns:a="http://schemas.openxmlformats.org/drawingml/2006/main">
            <a:off x="11239500" y="6248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867"/>
                </a:solidFill>
                <a:latin typeface="Arial"/>
                <a:ea typeface="Arial"/>
                <a:cs typeface="Arial"/>
              </a:defRPr>
            </a:defPPr>
            <a:lvl1pPr>
              <a:defRPr sz="1275" b="0">
                <a:solidFill>
                  <a:srgbClr val="5C6867"/>
                </a:solidFill>
                <a:latin typeface="Arial"/>
                <a:ea typeface="Arial"/>
                <a:cs typeface="Arial"/>
              </a:defRPr>
            </a:lvl1pPr>
            <a:lvl2pPr>
              <a:defRPr sz="1275" b="0">
                <a:solidFill>
                  <a:srgbClr val="5C6867"/>
                </a:solidFill>
                <a:latin typeface="Arial"/>
                <a:ea typeface="Arial"/>
                <a:cs typeface="Arial"/>
              </a:defRPr>
            </a:lvl2pPr>
            <a:lvl3pPr>
              <a:defRPr sz="1275" b="0">
                <a:solidFill>
                  <a:srgbClr val="5C6867"/>
                </a:solidFill>
                <a:latin typeface="Arial"/>
                <a:ea typeface="Arial"/>
                <a:cs typeface="Arial"/>
              </a:defRPr>
            </a:lvl3pPr>
            <a:lvl4pPr>
              <a:defRPr sz="1275" b="0">
                <a:solidFill>
                  <a:srgbClr val="5C6867"/>
                </a:solidFill>
                <a:latin typeface="Arial"/>
                <a:ea typeface="Arial"/>
                <a:cs typeface="Arial"/>
              </a:defRPr>
            </a:lvl4pPr>
            <a:lvl5pPr>
              <a:defRPr sz="1275" b="0">
                <a:solidFill>
                  <a:srgbClr val="5C6867"/>
                </a:solidFill>
                <a:latin typeface="Arial"/>
                <a:ea typeface="Arial"/>
                <a:cs typeface="Arial"/>
              </a:defRPr>
            </a:lvl5pPr>
            <a:lvl6pPr>
              <a:defRPr sz="1275" b="0">
                <a:solidFill>
                  <a:srgbClr val="5C6867"/>
                </a:solidFill>
                <a:latin typeface="Arial"/>
                <a:ea typeface="Arial"/>
                <a:cs typeface="Arial"/>
              </a:defRPr>
            </a:lvl6pPr>
            <a:lvl7pPr>
              <a:defRPr sz="1275" b="0">
                <a:solidFill>
                  <a:srgbClr val="5C6867"/>
                </a:solidFill>
                <a:latin typeface="Arial"/>
                <a:ea typeface="Arial"/>
                <a:cs typeface="Arial"/>
              </a:defRPr>
            </a:lvl7pPr>
            <a:lvl8pPr>
              <a:defRPr sz="1275" b="0">
                <a:solidFill>
                  <a:srgbClr val="5C6867"/>
                </a:solidFill>
                <a:latin typeface="Arial"/>
                <a:ea typeface="Arial"/>
                <a:cs typeface="Arial"/>
              </a:defRPr>
            </a:lvl8pPr>
            <a:lvl9pPr>
              <a:defRPr sz="1275" b="0">
                <a:solidFill>
                  <a:srgbClr val="5C6867"/>
                </a:solidFill>
                <a:latin typeface="Arial"/>
                <a:ea typeface="Arial"/>
                <a:cs typeface="Arial"/>
              </a:defRPr>
            </a:lvl9pPr>
          </a:lstStyle>
          <a:p xmlns:a="http://schemas.openxmlformats.org/drawingml/2006/main">
            <a:pPr>
              <a:defRPr sz="1275" b="0">
                <a:solidFill>
                  <a:srgbClr val="5C6867"/>
                </a:solidFill>
                <a:latin typeface="Arial"/>
                <a:ea typeface="Arial"/>
                <a:cs typeface="Arial"/>
              </a:defRPr>
            </a:pPr>
            <a:r>
              <a:rPr sz="1275" b="0">
                <a:solidFill>
                  <a:srgbClr val="5C6867"/>
                </a:solidFill>
                <a:latin typeface="Arial"/>
                <a:ea typeface="Arial"/>
                <a:cs typeface="Arial"/>
              </a:rPr>
              <a:t>5</a:t>
            </a:r>
          </a:p>
        </p:txBody>
      </p:sp>
      <p:sp>
        <p:nvSpPr>
          <p:cNvPr id="2" name="">
            <a:extLst xmlns:a="http://schemas.openxmlformats.org/drawingml/2006/main">
              <a:ext uri="{FF2B5EF4-FFF2-40B4-BE49-F238E27FC236}">
                <a16:creationId xmlns:a16="http://schemas.microsoft.com/office/drawing/2014/main" id="{5F77AE33-9AFF-4F21-B56D-682FBEBA8BE6}"/>
              </a:ext>
            </a:extLst>
          </p:cNvPr>
          <p:cNvSpPr>
            <a:spLocks xmlns:a="http://schemas.openxmlformats.org/drawingml/2006/main" noGrp="1"/>
          </p:cNvSpPr>
          <p:nvPr/>
        </p:nvSpPr>
        <p:spPr>
          <a:xfrm xmlns:a="http://schemas.openxmlformats.org/drawingml/2006/main">
            <a:off x="685800" y="5524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900" b="1">
                <a:solidFill>
                  <a:srgbClr val="172526"/>
                </a:solidFill>
                <a:latin typeface="Arial"/>
                <a:ea typeface="Arial"/>
                <a:cs typeface="Arial"/>
              </a:defRPr>
            </a:defPPr>
            <a:lvl1pPr>
              <a:defRPr sz="3900" b="1">
                <a:solidFill>
                  <a:srgbClr val="172526"/>
                </a:solidFill>
                <a:latin typeface="Arial"/>
                <a:ea typeface="Arial"/>
                <a:cs typeface="Arial"/>
              </a:defRPr>
            </a:lvl1pPr>
            <a:lvl2pPr>
              <a:defRPr sz="3900" b="1">
                <a:solidFill>
                  <a:srgbClr val="172526"/>
                </a:solidFill>
                <a:latin typeface="Arial"/>
                <a:ea typeface="Arial"/>
                <a:cs typeface="Arial"/>
              </a:defRPr>
            </a:lvl2pPr>
            <a:lvl3pPr>
              <a:defRPr sz="3900" b="1">
                <a:solidFill>
                  <a:srgbClr val="172526"/>
                </a:solidFill>
                <a:latin typeface="Arial"/>
                <a:ea typeface="Arial"/>
                <a:cs typeface="Arial"/>
              </a:defRPr>
            </a:lvl3pPr>
            <a:lvl4pPr>
              <a:defRPr sz="3900" b="1">
                <a:solidFill>
                  <a:srgbClr val="172526"/>
                </a:solidFill>
                <a:latin typeface="Arial"/>
                <a:ea typeface="Arial"/>
                <a:cs typeface="Arial"/>
              </a:defRPr>
            </a:lvl4pPr>
            <a:lvl5pPr>
              <a:defRPr sz="3900" b="1">
                <a:solidFill>
                  <a:srgbClr val="172526"/>
                </a:solidFill>
                <a:latin typeface="Arial"/>
                <a:ea typeface="Arial"/>
                <a:cs typeface="Arial"/>
              </a:defRPr>
            </a:lvl5pPr>
            <a:lvl6pPr>
              <a:defRPr sz="3900" b="1">
                <a:solidFill>
                  <a:srgbClr val="172526"/>
                </a:solidFill>
                <a:latin typeface="Arial"/>
                <a:ea typeface="Arial"/>
                <a:cs typeface="Arial"/>
              </a:defRPr>
            </a:lvl6pPr>
            <a:lvl7pPr>
              <a:defRPr sz="3900" b="1">
                <a:solidFill>
                  <a:srgbClr val="172526"/>
                </a:solidFill>
                <a:latin typeface="Arial"/>
                <a:ea typeface="Arial"/>
                <a:cs typeface="Arial"/>
              </a:defRPr>
            </a:lvl7pPr>
            <a:lvl8pPr>
              <a:defRPr sz="3900" b="1">
                <a:solidFill>
                  <a:srgbClr val="172526"/>
                </a:solidFill>
                <a:latin typeface="Arial"/>
                <a:ea typeface="Arial"/>
                <a:cs typeface="Arial"/>
              </a:defRPr>
            </a:lvl8pPr>
            <a:lvl9pPr>
              <a:defRPr sz="3900" b="1">
                <a:solidFill>
                  <a:srgbClr val="172526"/>
                </a:solidFill>
                <a:latin typeface="Arial"/>
                <a:ea typeface="Arial"/>
                <a:cs typeface="Arial"/>
              </a:defRPr>
            </a:lvl9pPr>
          </a:lstStyle>
          <a:p xmlns:a="http://schemas.openxmlformats.org/drawingml/2006/main">
            <a:pPr>
              <a:defRPr sz="3900" b="1">
                <a:solidFill>
                  <a:srgbClr val="172526"/>
                </a:solidFill>
                <a:latin typeface="Arial"/>
                <a:ea typeface="Arial"/>
                <a:cs typeface="Arial"/>
              </a:defRPr>
            </a:pPr>
            <a:r>
              <a:rPr sz="3900" b="1">
                <a:solidFill>
                  <a:srgbClr val="172526"/>
                </a:solidFill>
                <a:latin typeface="Arial"/>
                <a:ea typeface="Arial"/>
                <a:cs typeface="Arial"/>
              </a:rPr>
              <a:t>Çalışan prototip</a:t>
            </a:r>
          </a:p>
        </p:txBody>
      </p:sp>
      <p:pic>
        <p:nvPicPr>
          <p:cNvPr id="3" name="">
            <a:extLst xmlns:a="http://schemas.openxmlformats.org/drawingml/2006/main">
              <a:ext uri="{FF2B5EF4-FFF2-40B4-BE49-F238E27FC236}">
                <a16:creationId xmlns:a16="http://schemas.microsoft.com/office/drawing/2014/main" id="{493BA044-CE50-42FC-9851-69DD9685101F}"/>
              </a:ext>
            </a:extLst>
          </p:cNvPr>
          <p:cNvPicPr>
            <a:picLocks xmlns:a="http://schemas.openxmlformats.org/drawingml/2006/main" noChangeAspect="1"/>
          </p:cNvPicPr>
          <p:nvPr/>
        </p:nvPicPr>
        <p:blipFill>
          <a:blip xmlns:r="http://schemas.openxmlformats.org/officeDocument/2006/relationships" xmlns:a="http://schemas.openxmlformats.org/drawingml/2006/main" r:embed="R75ee2efd2c83491b"/>
          <a:stretch xmlns:a="http://schemas.openxmlformats.org/drawingml/2006/main"/>
        </p:blipFill>
        <p:spPr>
          <a:xfrm xmlns:a="http://schemas.openxmlformats.org/drawingml/2006/main">
            <a:off x="1282245" y="1695450"/>
            <a:ext cx="3988711" cy="4143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AFEF48F-4F70-4D94-965E-186006C4885E}"/>
              </a:ext>
            </a:extLst>
          </p:cNvPr>
          <p:cNvSpPr>
            <a:spLocks xmlns:a="http://schemas.openxmlformats.org/drawingml/2006/main" noGrp="1"/>
          </p:cNvSpPr>
          <p:nvPr/>
        </p:nvSpPr>
        <p:spPr>
          <a:xfrm xmlns:a="http://schemas.openxmlformats.org/drawingml/2006/main">
            <a:off x="6496050" y="19050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900" b="1">
                <a:solidFill>
                  <a:srgbClr val="216D56"/>
                </a:solidFill>
                <a:latin typeface="Arial"/>
                <a:ea typeface="Arial"/>
                <a:cs typeface="Arial"/>
              </a:defRPr>
            </a:defPPr>
            <a:lvl1pPr>
              <a:defRPr sz="3900" b="1">
                <a:solidFill>
                  <a:srgbClr val="216D56"/>
                </a:solidFill>
                <a:latin typeface="Arial"/>
                <a:ea typeface="Arial"/>
                <a:cs typeface="Arial"/>
              </a:defRPr>
            </a:lvl1pPr>
            <a:lvl2pPr>
              <a:defRPr sz="3900" b="1">
                <a:solidFill>
                  <a:srgbClr val="216D56"/>
                </a:solidFill>
                <a:latin typeface="Arial"/>
                <a:ea typeface="Arial"/>
                <a:cs typeface="Arial"/>
              </a:defRPr>
            </a:lvl2pPr>
            <a:lvl3pPr>
              <a:defRPr sz="3900" b="1">
                <a:solidFill>
                  <a:srgbClr val="216D56"/>
                </a:solidFill>
                <a:latin typeface="Arial"/>
                <a:ea typeface="Arial"/>
                <a:cs typeface="Arial"/>
              </a:defRPr>
            </a:lvl3pPr>
            <a:lvl4pPr>
              <a:defRPr sz="3900" b="1">
                <a:solidFill>
                  <a:srgbClr val="216D56"/>
                </a:solidFill>
                <a:latin typeface="Arial"/>
                <a:ea typeface="Arial"/>
                <a:cs typeface="Arial"/>
              </a:defRPr>
            </a:lvl4pPr>
            <a:lvl5pPr>
              <a:defRPr sz="3900" b="1">
                <a:solidFill>
                  <a:srgbClr val="216D56"/>
                </a:solidFill>
                <a:latin typeface="Arial"/>
                <a:ea typeface="Arial"/>
                <a:cs typeface="Arial"/>
              </a:defRPr>
            </a:lvl5pPr>
            <a:lvl6pPr>
              <a:defRPr sz="3900" b="1">
                <a:solidFill>
                  <a:srgbClr val="216D56"/>
                </a:solidFill>
                <a:latin typeface="Arial"/>
                <a:ea typeface="Arial"/>
                <a:cs typeface="Arial"/>
              </a:defRPr>
            </a:lvl6pPr>
            <a:lvl7pPr>
              <a:defRPr sz="3900" b="1">
                <a:solidFill>
                  <a:srgbClr val="216D56"/>
                </a:solidFill>
                <a:latin typeface="Arial"/>
                <a:ea typeface="Arial"/>
                <a:cs typeface="Arial"/>
              </a:defRPr>
            </a:lvl7pPr>
            <a:lvl8pPr>
              <a:defRPr sz="3900" b="1">
                <a:solidFill>
                  <a:srgbClr val="216D56"/>
                </a:solidFill>
                <a:latin typeface="Arial"/>
                <a:ea typeface="Arial"/>
                <a:cs typeface="Arial"/>
              </a:defRPr>
            </a:lvl8pPr>
            <a:lvl9pPr>
              <a:defRPr sz="3900" b="1">
                <a:solidFill>
                  <a:srgbClr val="216D56"/>
                </a:solidFill>
                <a:latin typeface="Arial"/>
                <a:ea typeface="Arial"/>
                <a:cs typeface="Arial"/>
              </a:defRPr>
            </a:lvl9pPr>
          </a:lstStyle>
          <a:p xmlns:a="http://schemas.openxmlformats.org/drawingml/2006/main">
            <a:pPr>
              <a:defRPr sz="3900" b="1">
                <a:solidFill>
                  <a:srgbClr val="216D56"/>
                </a:solidFill>
                <a:latin typeface="Arial"/>
                <a:ea typeface="Arial"/>
                <a:cs typeface="Arial"/>
              </a:defRPr>
            </a:pPr>
            <a:r>
              <a:rPr sz="3900" b="1">
                <a:solidFill>
                  <a:srgbClr val="216D56"/>
                </a:solidFill>
                <a:latin typeface="Arial"/>
                <a:ea typeface="Arial"/>
                <a:cs typeface="Arial"/>
              </a:rPr>
              <a:t>500 USDT</a:t>
            </a:r>
          </a:p>
        </p:txBody>
      </p:sp>
      <p:sp>
        <p:nvSpPr>
          <p:cNvPr id="5" name="">
            <a:extLst xmlns:a="http://schemas.openxmlformats.org/drawingml/2006/main">
              <a:ext uri="{FF2B5EF4-FFF2-40B4-BE49-F238E27FC236}">
                <a16:creationId xmlns:a16="http://schemas.microsoft.com/office/drawing/2014/main" id="{7CEDA8E4-D700-45F8-A492-6FBDDB3B8E38}"/>
              </a:ext>
            </a:extLst>
          </p:cNvPr>
          <p:cNvSpPr>
            <a:spLocks xmlns:a="http://schemas.openxmlformats.org/drawingml/2006/main" noGrp="1"/>
          </p:cNvSpPr>
          <p:nvPr/>
        </p:nvSpPr>
        <p:spPr>
          <a:xfrm xmlns:a="http://schemas.openxmlformats.org/drawingml/2006/main">
            <a:off x="6534150" y="26479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C6867"/>
                </a:solidFill>
                <a:latin typeface="Arial"/>
                <a:ea typeface="Arial"/>
                <a:cs typeface="Arial"/>
              </a:defRPr>
            </a:defPPr>
            <a:lvl1pPr>
              <a:defRPr sz="1950" b="0">
                <a:solidFill>
                  <a:srgbClr val="5C6867"/>
                </a:solidFill>
                <a:latin typeface="Arial"/>
                <a:ea typeface="Arial"/>
                <a:cs typeface="Arial"/>
              </a:defRPr>
            </a:lvl1pPr>
            <a:lvl2pPr>
              <a:defRPr sz="1950" b="0">
                <a:solidFill>
                  <a:srgbClr val="5C6867"/>
                </a:solidFill>
                <a:latin typeface="Arial"/>
                <a:ea typeface="Arial"/>
                <a:cs typeface="Arial"/>
              </a:defRPr>
            </a:lvl2pPr>
            <a:lvl3pPr>
              <a:defRPr sz="1950" b="0">
                <a:solidFill>
                  <a:srgbClr val="5C6867"/>
                </a:solidFill>
                <a:latin typeface="Arial"/>
                <a:ea typeface="Arial"/>
                <a:cs typeface="Arial"/>
              </a:defRPr>
            </a:lvl3pPr>
            <a:lvl4pPr>
              <a:defRPr sz="1950" b="0">
                <a:solidFill>
                  <a:srgbClr val="5C6867"/>
                </a:solidFill>
                <a:latin typeface="Arial"/>
                <a:ea typeface="Arial"/>
                <a:cs typeface="Arial"/>
              </a:defRPr>
            </a:lvl4pPr>
            <a:lvl5pPr>
              <a:defRPr sz="1950" b="0">
                <a:solidFill>
                  <a:srgbClr val="5C6867"/>
                </a:solidFill>
                <a:latin typeface="Arial"/>
                <a:ea typeface="Arial"/>
                <a:cs typeface="Arial"/>
              </a:defRPr>
            </a:lvl5pPr>
            <a:lvl6pPr>
              <a:defRPr sz="1950" b="0">
                <a:solidFill>
                  <a:srgbClr val="5C6867"/>
                </a:solidFill>
                <a:latin typeface="Arial"/>
                <a:ea typeface="Arial"/>
                <a:cs typeface="Arial"/>
              </a:defRPr>
            </a:lvl6pPr>
            <a:lvl7pPr>
              <a:defRPr sz="1950" b="0">
                <a:solidFill>
                  <a:srgbClr val="5C6867"/>
                </a:solidFill>
                <a:latin typeface="Arial"/>
                <a:ea typeface="Arial"/>
                <a:cs typeface="Arial"/>
              </a:defRPr>
            </a:lvl7pPr>
            <a:lvl8pPr>
              <a:defRPr sz="1950" b="0">
                <a:solidFill>
                  <a:srgbClr val="5C6867"/>
                </a:solidFill>
                <a:latin typeface="Arial"/>
                <a:ea typeface="Arial"/>
                <a:cs typeface="Arial"/>
              </a:defRPr>
            </a:lvl8pPr>
            <a:lvl9pPr>
              <a:defRPr sz="1950" b="0">
                <a:solidFill>
                  <a:srgbClr val="5C6867"/>
                </a:solidFill>
                <a:latin typeface="Arial"/>
                <a:ea typeface="Arial"/>
                <a:cs typeface="Arial"/>
              </a:defRPr>
            </a:lvl9pPr>
          </a:lstStyle>
          <a:p xmlns:a="http://schemas.openxmlformats.org/drawingml/2006/main">
            <a:pPr>
              <a:defRPr sz="1950" b="0">
                <a:solidFill>
                  <a:srgbClr val="5C6867"/>
                </a:solidFill>
                <a:latin typeface="Arial"/>
                <a:ea typeface="Arial"/>
                <a:cs typeface="Arial"/>
              </a:defRPr>
            </a:pPr>
            <a:r>
              <a:rPr sz="1950" b="0">
                <a:solidFill>
                  <a:srgbClr val="5C6867"/>
                </a:solidFill>
                <a:latin typeface="Arial"/>
                <a:ea typeface="Arial"/>
                <a:cs typeface="Arial"/>
              </a:rPr>
              <a:t>Simüle alım toplamı</a:t>
            </a:r>
          </a:p>
        </p:txBody>
      </p:sp>
      <p:sp>
        <p:nvSpPr>
          <p:cNvPr id="6" name="">
            <a:extLst xmlns:a="http://schemas.openxmlformats.org/drawingml/2006/main">
              <a:ext uri="{FF2B5EF4-FFF2-40B4-BE49-F238E27FC236}">
                <a16:creationId xmlns:a16="http://schemas.microsoft.com/office/drawing/2014/main" id="{06E2E0BE-32DE-494D-AD53-6DCF03DA80EF}"/>
              </a:ext>
            </a:extLst>
          </p:cNvPr>
          <p:cNvSpPr>
            <a:spLocks xmlns:a="http://schemas.openxmlformats.org/drawingml/2006/main" noGrp="1"/>
          </p:cNvSpPr>
          <p:nvPr/>
        </p:nvSpPr>
        <p:spPr>
          <a:xfrm xmlns:a="http://schemas.openxmlformats.org/drawingml/2006/main">
            <a:off x="6496050" y="34290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900" b="1">
                <a:solidFill>
                  <a:srgbClr val="172526"/>
                </a:solidFill>
                <a:latin typeface="Arial"/>
                <a:ea typeface="Arial"/>
                <a:cs typeface="Arial"/>
              </a:defRPr>
            </a:defPPr>
            <a:lvl1pPr>
              <a:defRPr sz="3900" b="1">
                <a:solidFill>
                  <a:srgbClr val="172526"/>
                </a:solidFill>
                <a:latin typeface="Arial"/>
                <a:ea typeface="Arial"/>
                <a:cs typeface="Arial"/>
              </a:defRPr>
            </a:lvl1pPr>
            <a:lvl2pPr>
              <a:defRPr sz="3900" b="1">
                <a:solidFill>
                  <a:srgbClr val="172526"/>
                </a:solidFill>
                <a:latin typeface="Arial"/>
                <a:ea typeface="Arial"/>
                <a:cs typeface="Arial"/>
              </a:defRPr>
            </a:lvl2pPr>
            <a:lvl3pPr>
              <a:defRPr sz="3900" b="1">
                <a:solidFill>
                  <a:srgbClr val="172526"/>
                </a:solidFill>
                <a:latin typeface="Arial"/>
                <a:ea typeface="Arial"/>
                <a:cs typeface="Arial"/>
              </a:defRPr>
            </a:lvl3pPr>
            <a:lvl4pPr>
              <a:defRPr sz="3900" b="1">
                <a:solidFill>
                  <a:srgbClr val="172526"/>
                </a:solidFill>
                <a:latin typeface="Arial"/>
                <a:ea typeface="Arial"/>
                <a:cs typeface="Arial"/>
              </a:defRPr>
            </a:lvl4pPr>
            <a:lvl5pPr>
              <a:defRPr sz="3900" b="1">
                <a:solidFill>
                  <a:srgbClr val="172526"/>
                </a:solidFill>
                <a:latin typeface="Arial"/>
                <a:ea typeface="Arial"/>
                <a:cs typeface="Arial"/>
              </a:defRPr>
            </a:lvl5pPr>
            <a:lvl6pPr>
              <a:defRPr sz="3900" b="1">
                <a:solidFill>
                  <a:srgbClr val="172526"/>
                </a:solidFill>
                <a:latin typeface="Arial"/>
                <a:ea typeface="Arial"/>
                <a:cs typeface="Arial"/>
              </a:defRPr>
            </a:lvl6pPr>
            <a:lvl7pPr>
              <a:defRPr sz="3900" b="1">
                <a:solidFill>
                  <a:srgbClr val="172526"/>
                </a:solidFill>
                <a:latin typeface="Arial"/>
                <a:ea typeface="Arial"/>
                <a:cs typeface="Arial"/>
              </a:defRPr>
            </a:lvl7pPr>
            <a:lvl8pPr>
              <a:defRPr sz="3900" b="1">
                <a:solidFill>
                  <a:srgbClr val="172526"/>
                </a:solidFill>
                <a:latin typeface="Arial"/>
                <a:ea typeface="Arial"/>
                <a:cs typeface="Arial"/>
              </a:defRPr>
            </a:lvl8pPr>
            <a:lvl9pPr>
              <a:defRPr sz="3900" b="1">
                <a:solidFill>
                  <a:srgbClr val="172526"/>
                </a:solidFill>
                <a:latin typeface="Arial"/>
                <a:ea typeface="Arial"/>
                <a:cs typeface="Arial"/>
              </a:defRPr>
            </a:lvl9pPr>
          </a:lstStyle>
          <a:p xmlns:a="http://schemas.openxmlformats.org/drawingml/2006/main">
            <a:pPr>
              <a:defRPr sz="3900" b="1">
                <a:solidFill>
                  <a:srgbClr val="172526"/>
                </a:solidFill>
                <a:latin typeface="Arial"/>
                <a:ea typeface="Arial"/>
                <a:cs typeface="Arial"/>
              </a:defRPr>
            </a:pPr>
            <a:r>
              <a:rPr sz="3900" b="1">
                <a:solidFill>
                  <a:srgbClr val="172526"/>
                </a:solidFill>
                <a:latin typeface="Arial"/>
                <a:ea typeface="Arial"/>
                <a:cs typeface="Arial"/>
              </a:rPr>
              <a:t>2,43 USDT</a:t>
            </a:r>
          </a:p>
        </p:txBody>
      </p:sp>
      <p:sp>
        <p:nvSpPr>
          <p:cNvPr id="7" name="">
            <a:extLst xmlns:a="http://schemas.openxmlformats.org/drawingml/2006/main">
              <a:ext uri="{FF2B5EF4-FFF2-40B4-BE49-F238E27FC236}">
                <a16:creationId xmlns:a16="http://schemas.microsoft.com/office/drawing/2014/main" id="{135C11C9-C267-4DC3-A265-116CA622E3DB}"/>
              </a:ext>
            </a:extLst>
          </p:cNvPr>
          <p:cNvSpPr>
            <a:spLocks xmlns:a="http://schemas.openxmlformats.org/drawingml/2006/main" noGrp="1"/>
          </p:cNvSpPr>
          <p:nvPr/>
        </p:nvSpPr>
        <p:spPr>
          <a:xfrm xmlns:a="http://schemas.openxmlformats.org/drawingml/2006/main">
            <a:off x="6534150" y="41719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C6867"/>
                </a:solidFill>
                <a:latin typeface="Arial"/>
                <a:ea typeface="Arial"/>
                <a:cs typeface="Arial"/>
              </a:defRPr>
            </a:defPPr>
            <a:lvl1pPr>
              <a:defRPr sz="1875" b="0">
                <a:solidFill>
                  <a:srgbClr val="5C6867"/>
                </a:solidFill>
                <a:latin typeface="Arial"/>
                <a:ea typeface="Arial"/>
                <a:cs typeface="Arial"/>
              </a:defRPr>
            </a:lvl1pPr>
            <a:lvl2pPr>
              <a:defRPr sz="1875" b="0">
                <a:solidFill>
                  <a:srgbClr val="5C6867"/>
                </a:solidFill>
                <a:latin typeface="Arial"/>
                <a:ea typeface="Arial"/>
                <a:cs typeface="Arial"/>
              </a:defRPr>
            </a:lvl2pPr>
            <a:lvl3pPr>
              <a:defRPr sz="1875" b="0">
                <a:solidFill>
                  <a:srgbClr val="5C6867"/>
                </a:solidFill>
                <a:latin typeface="Arial"/>
                <a:ea typeface="Arial"/>
                <a:cs typeface="Arial"/>
              </a:defRPr>
            </a:lvl3pPr>
            <a:lvl4pPr>
              <a:defRPr sz="1875" b="0">
                <a:solidFill>
                  <a:srgbClr val="5C6867"/>
                </a:solidFill>
                <a:latin typeface="Arial"/>
                <a:ea typeface="Arial"/>
                <a:cs typeface="Arial"/>
              </a:defRPr>
            </a:lvl4pPr>
            <a:lvl5pPr>
              <a:defRPr sz="1875" b="0">
                <a:solidFill>
                  <a:srgbClr val="5C6867"/>
                </a:solidFill>
                <a:latin typeface="Arial"/>
                <a:ea typeface="Arial"/>
                <a:cs typeface="Arial"/>
              </a:defRPr>
            </a:lvl5pPr>
            <a:lvl6pPr>
              <a:defRPr sz="1875" b="0">
                <a:solidFill>
                  <a:srgbClr val="5C6867"/>
                </a:solidFill>
                <a:latin typeface="Arial"/>
                <a:ea typeface="Arial"/>
                <a:cs typeface="Arial"/>
              </a:defRPr>
            </a:lvl6pPr>
            <a:lvl7pPr>
              <a:defRPr sz="1875" b="0">
                <a:solidFill>
                  <a:srgbClr val="5C6867"/>
                </a:solidFill>
                <a:latin typeface="Arial"/>
                <a:ea typeface="Arial"/>
                <a:cs typeface="Arial"/>
              </a:defRPr>
            </a:lvl7pPr>
            <a:lvl8pPr>
              <a:defRPr sz="1875" b="0">
                <a:solidFill>
                  <a:srgbClr val="5C6867"/>
                </a:solidFill>
                <a:latin typeface="Arial"/>
                <a:ea typeface="Arial"/>
                <a:cs typeface="Arial"/>
              </a:defRPr>
            </a:lvl8pPr>
            <a:lvl9pPr>
              <a:defRPr sz="1875" b="0">
                <a:solidFill>
                  <a:srgbClr val="5C6867"/>
                </a:solidFill>
                <a:latin typeface="Arial"/>
                <a:ea typeface="Arial"/>
                <a:cs typeface="Arial"/>
              </a:defRPr>
            </a:lvl9pPr>
          </a:lstStyle>
          <a:p xmlns:a="http://schemas.openxmlformats.org/drawingml/2006/main">
            <a:pPr>
              <a:defRPr sz="1875" b="0">
                <a:solidFill>
                  <a:srgbClr val="5C6867"/>
                </a:solidFill>
                <a:latin typeface="Arial"/>
                <a:ea typeface="Arial"/>
                <a:cs typeface="Arial"/>
              </a:defRPr>
            </a:pPr>
            <a:r>
              <a:rPr sz="1875" b="0">
                <a:solidFill>
                  <a:srgbClr val="5C6867"/>
                </a:solidFill>
                <a:latin typeface="Arial"/>
                <a:ea typeface="Arial"/>
                <a:cs typeface="Arial"/>
              </a:rPr>
              <a:t>3 USDT hizmet sınırının altında</a:t>
            </a:r>
          </a:p>
        </p:txBody>
      </p:sp>
      <p:sp>
        <p:nvSpPr>
          <p:cNvPr id="8" name="">
            <a:extLst xmlns:a="http://schemas.openxmlformats.org/drawingml/2006/main">
              <a:ext uri="{FF2B5EF4-FFF2-40B4-BE49-F238E27FC236}">
                <a16:creationId xmlns:a16="http://schemas.microsoft.com/office/drawing/2014/main" id="{C9CB3009-2A54-483D-839B-ED1C17CDA7E8}"/>
              </a:ext>
            </a:extLst>
          </p:cNvPr>
          <p:cNvSpPr>
            <a:spLocks xmlns:a="http://schemas.openxmlformats.org/drawingml/2006/main" noGrp="1"/>
          </p:cNvSpPr>
          <p:nvPr/>
        </p:nvSpPr>
        <p:spPr>
          <a:xfrm xmlns:a="http://schemas.openxmlformats.org/drawingml/2006/main">
            <a:off x="6534150" y="5048250"/>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72526"/>
                </a:solidFill>
                <a:latin typeface="Arial"/>
                <a:ea typeface="Arial"/>
                <a:cs typeface="Arial"/>
              </a:defRPr>
            </a:defPPr>
            <a:lvl1pPr>
              <a:defRPr sz="2100" b="1">
                <a:solidFill>
                  <a:srgbClr val="172526"/>
                </a:solidFill>
                <a:latin typeface="Arial"/>
                <a:ea typeface="Arial"/>
                <a:cs typeface="Arial"/>
              </a:defRPr>
            </a:lvl1pPr>
            <a:lvl2pPr>
              <a:defRPr sz="2100" b="1">
                <a:solidFill>
                  <a:srgbClr val="172526"/>
                </a:solidFill>
                <a:latin typeface="Arial"/>
                <a:ea typeface="Arial"/>
                <a:cs typeface="Arial"/>
              </a:defRPr>
            </a:lvl2pPr>
            <a:lvl3pPr>
              <a:defRPr sz="2100" b="1">
                <a:solidFill>
                  <a:srgbClr val="172526"/>
                </a:solidFill>
                <a:latin typeface="Arial"/>
                <a:ea typeface="Arial"/>
                <a:cs typeface="Arial"/>
              </a:defRPr>
            </a:lvl3pPr>
            <a:lvl4pPr>
              <a:defRPr sz="2100" b="1">
                <a:solidFill>
                  <a:srgbClr val="172526"/>
                </a:solidFill>
                <a:latin typeface="Arial"/>
                <a:ea typeface="Arial"/>
                <a:cs typeface="Arial"/>
              </a:defRPr>
            </a:lvl4pPr>
            <a:lvl5pPr>
              <a:defRPr sz="2100" b="1">
                <a:solidFill>
                  <a:srgbClr val="172526"/>
                </a:solidFill>
                <a:latin typeface="Arial"/>
                <a:ea typeface="Arial"/>
                <a:cs typeface="Arial"/>
              </a:defRPr>
            </a:lvl5pPr>
            <a:lvl6pPr>
              <a:defRPr sz="2100" b="1">
                <a:solidFill>
                  <a:srgbClr val="172526"/>
                </a:solidFill>
                <a:latin typeface="Arial"/>
                <a:ea typeface="Arial"/>
                <a:cs typeface="Arial"/>
              </a:defRPr>
            </a:lvl6pPr>
            <a:lvl7pPr>
              <a:defRPr sz="2100" b="1">
                <a:solidFill>
                  <a:srgbClr val="172526"/>
                </a:solidFill>
                <a:latin typeface="Arial"/>
                <a:ea typeface="Arial"/>
                <a:cs typeface="Arial"/>
              </a:defRPr>
            </a:lvl7pPr>
            <a:lvl8pPr>
              <a:defRPr sz="2100" b="1">
                <a:solidFill>
                  <a:srgbClr val="172526"/>
                </a:solidFill>
                <a:latin typeface="Arial"/>
                <a:ea typeface="Arial"/>
                <a:cs typeface="Arial"/>
              </a:defRPr>
            </a:lvl8pPr>
            <a:lvl9pPr>
              <a:defRPr sz="2100" b="1">
                <a:solidFill>
                  <a:srgbClr val="172526"/>
                </a:solidFill>
                <a:latin typeface="Arial"/>
                <a:ea typeface="Arial"/>
                <a:cs typeface="Arial"/>
              </a:defRPr>
            </a:lvl9pPr>
          </a:lstStyle>
          <a:p xmlns:a="http://schemas.openxmlformats.org/drawingml/2006/main">
            <a:pPr>
              <a:defRPr sz="2100" b="1">
                <a:solidFill>
                  <a:srgbClr val="172526"/>
                </a:solidFill>
                <a:latin typeface="Arial"/>
                <a:ea typeface="Arial"/>
                <a:cs typeface="Arial"/>
              </a:defRPr>
            </a:pPr>
            <a:r>
              <a:rPr sz="2100" b="1">
                <a:solidFill>
                  <a:srgbClr val="172526"/>
                </a:solidFill>
                <a:latin typeface="Arial"/>
                <a:ea typeface="Arial"/>
                <a:cs typeface="Arial"/>
              </a:rPr>
              <a:t>Kalıcı geçmiş ve devir makbuzu</a:t>
            </a:r>
          </a:p>
        </p:txBody>
      </p:sp>
      <p:sp>
        <p:nvSpPr>
          <p:cNvPr id="9" name="">
            <a:extLst xmlns:a="http://schemas.openxmlformats.org/drawingml/2006/main">
              <a:ext uri="{FF2B5EF4-FFF2-40B4-BE49-F238E27FC236}">
                <a16:creationId xmlns:a16="http://schemas.microsoft.com/office/drawing/2014/main" id="{82C2C3E1-FF1C-4DB8-9E5F-249E9928B2E5}"/>
              </a:ext>
            </a:extLst>
          </p:cNvPr>
          <p:cNvSpPr>
            <a:spLocks xmlns:a="http://schemas.openxmlformats.org/drawingml/2006/main" noGrp="1"/>
          </p:cNvSpPr>
          <p:nvPr/>
        </p:nvSpPr>
        <p:spPr>
          <a:xfrm xmlns:a="http://schemas.openxmlformats.org/drawingml/2006/main">
            <a:off x="704850" y="614362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C6867"/>
                </a:solidFill>
                <a:latin typeface="Arial"/>
                <a:ea typeface="Arial"/>
                <a:cs typeface="Arial"/>
              </a:defRPr>
            </a:defPPr>
            <a:lvl1pPr>
              <a:defRPr sz="1500" b="0">
                <a:solidFill>
                  <a:srgbClr val="5C6867"/>
                </a:solidFill>
                <a:latin typeface="Arial"/>
                <a:ea typeface="Arial"/>
                <a:cs typeface="Arial"/>
              </a:defRPr>
            </a:lvl1pPr>
            <a:lvl2pPr>
              <a:defRPr sz="1500" b="0">
                <a:solidFill>
                  <a:srgbClr val="5C6867"/>
                </a:solidFill>
                <a:latin typeface="Arial"/>
                <a:ea typeface="Arial"/>
                <a:cs typeface="Arial"/>
              </a:defRPr>
            </a:lvl2pPr>
            <a:lvl3pPr>
              <a:defRPr sz="1500" b="0">
                <a:solidFill>
                  <a:srgbClr val="5C6867"/>
                </a:solidFill>
                <a:latin typeface="Arial"/>
                <a:ea typeface="Arial"/>
                <a:cs typeface="Arial"/>
              </a:defRPr>
            </a:lvl3pPr>
            <a:lvl4pPr>
              <a:defRPr sz="1500" b="0">
                <a:solidFill>
                  <a:srgbClr val="5C6867"/>
                </a:solidFill>
                <a:latin typeface="Arial"/>
                <a:ea typeface="Arial"/>
                <a:cs typeface="Arial"/>
              </a:defRPr>
            </a:lvl4pPr>
            <a:lvl5pPr>
              <a:defRPr sz="1500" b="0">
                <a:solidFill>
                  <a:srgbClr val="5C6867"/>
                </a:solidFill>
                <a:latin typeface="Arial"/>
                <a:ea typeface="Arial"/>
                <a:cs typeface="Arial"/>
              </a:defRPr>
            </a:lvl5pPr>
            <a:lvl6pPr>
              <a:defRPr sz="1500" b="0">
                <a:solidFill>
                  <a:srgbClr val="5C6867"/>
                </a:solidFill>
                <a:latin typeface="Arial"/>
                <a:ea typeface="Arial"/>
                <a:cs typeface="Arial"/>
              </a:defRPr>
            </a:lvl6pPr>
            <a:lvl7pPr>
              <a:defRPr sz="1500" b="0">
                <a:solidFill>
                  <a:srgbClr val="5C6867"/>
                </a:solidFill>
                <a:latin typeface="Arial"/>
                <a:ea typeface="Arial"/>
                <a:cs typeface="Arial"/>
              </a:defRPr>
            </a:lvl7pPr>
            <a:lvl8pPr>
              <a:defRPr sz="1500" b="0">
                <a:solidFill>
                  <a:srgbClr val="5C6867"/>
                </a:solidFill>
                <a:latin typeface="Arial"/>
                <a:ea typeface="Arial"/>
                <a:cs typeface="Arial"/>
              </a:defRPr>
            </a:lvl8pPr>
            <a:lvl9pPr>
              <a:defRPr sz="1500" b="0">
                <a:solidFill>
                  <a:srgbClr val="5C6867"/>
                </a:solidFill>
                <a:latin typeface="Arial"/>
                <a:ea typeface="Arial"/>
                <a:cs typeface="Arial"/>
              </a:defRPr>
            </a:lvl9pPr>
          </a:lstStyle>
          <a:p xmlns:a="http://schemas.openxmlformats.org/drawingml/2006/main">
            <a:pPr>
              <a:defRPr sz="1500" b="0">
                <a:solidFill>
                  <a:srgbClr val="5C6867"/>
                </a:solidFill>
                <a:latin typeface="Arial"/>
                <a:ea typeface="Arial"/>
                <a:cs typeface="Arial"/>
              </a:defRPr>
            </a:pPr>
            <a:r>
              <a:rPr sz="1500" b="0">
                <a:solidFill>
                  <a:srgbClr val="5C6867"/>
                </a:solidFill>
                <a:latin typeface="Arial"/>
                <a:ea typeface="Arial"/>
                <a:cs typeface="Arial"/>
              </a:rPr>
              <a:t>Emirler ve teklifler simülasyon. Kararlar kural tabanlı. Canlı LLM etkin değil.</a:t>
            </a:r>
          </a:p>
        </p:txBody>
      </p:sp>
    </p:spTree>
    <p:extLst>
      <p:ext uri="{BB962C8B-B14F-4D97-AF65-F5344CB8AC3E}">
        <p14:creationId xmlns:p14="http://schemas.microsoft.com/office/powerpoint/2010/main" val="1257300894"/>
      </p:ext>
    </p:extLst>
  </p:cSld>
</p:sld>
</file>

<file path=ppt/slides/slide6.xml><?xml version="1.0" encoding="utf-8"?>
<p:sld xmlns:p="http://schemas.openxmlformats.org/presentationml/2006/main">
  <p:cSld>
    <p:bg>
      <p:bgPr>
        <a:solidFill xmlns:a="http://schemas.openxmlformats.org/drawingml/2006/main">
          <a:srgbClr val="17252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19B49A5-DA5B-429D-9994-FEF9017BA4CD}"/>
              </a:ext>
            </a:extLst>
          </p:cNvPr>
          <p:cNvSpPr>
            <a:spLocks xmlns:a="http://schemas.openxmlformats.org/drawingml/2006/main" noGrp="1"/>
          </p:cNvSpPr>
          <p:nvPr/>
        </p:nvSpPr>
        <p:spPr>
          <a:xfrm xmlns:a="http://schemas.openxmlformats.org/drawingml/2006/main">
            <a:off x="11239500" y="6248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A9B5B1"/>
                </a:solidFill>
                <a:latin typeface="Arial"/>
                <a:ea typeface="Arial"/>
                <a:cs typeface="Arial"/>
              </a:defRPr>
            </a:defPPr>
            <a:lvl1pPr>
              <a:defRPr sz="1275" b="0">
                <a:solidFill>
                  <a:srgbClr val="A9B5B1"/>
                </a:solidFill>
                <a:latin typeface="Arial"/>
                <a:ea typeface="Arial"/>
                <a:cs typeface="Arial"/>
              </a:defRPr>
            </a:lvl1pPr>
            <a:lvl2pPr>
              <a:defRPr sz="1275" b="0">
                <a:solidFill>
                  <a:srgbClr val="A9B5B1"/>
                </a:solidFill>
                <a:latin typeface="Arial"/>
                <a:ea typeface="Arial"/>
                <a:cs typeface="Arial"/>
              </a:defRPr>
            </a:lvl2pPr>
            <a:lvl3pPr>
              <a:defRPr sz="1275" b="0">
                <a:solidFill>
                  <a:srgbClr val="A9B5B1"/>
                </a:solidFill>
                <a:latin typeface="Arial"/>
                <a:ea typeface="Arial"/>
                <a:cs typeface="Arial"/>
              </a:defRPr>
            </a:lvl3pPr>
            <a:lvl4pPr>
              <a:defRPr sz="1275" b="0">
                <a:solidFill>
                  <a:srgbClr val="A9B5B1"/>
                </a:solidFill>
                <a:latin typeface="Arial"/>
                <a:ea typeface="Arial"/>
                <a:cs typeface="Arial"/>
              </a:defRPr>
            </a:lvl4pPr>
            <a:lvl5pPr>
              <a:defRPr sz="1275" b="0">
                <a:solidFill>
                  <a:srgbClr val="A9B5B1"/>
                </a:solidFill>
                <a:latin typeface="Arial"/>
                <a:ea typeface="Arial"/>
                <a:cs typeface="Arial"/>
              </a:defRPr>
            </a:lvl5pPr>
            <a:lvl6pPr>
              <a:defRPr sz="1275" b="0">
                <a:solidFill>
                  <a:srgbClr val="A9B5B1"/>
                </a:solidFill>
                <a:latin typeface="Arial"/>
                <a:ea typeface="Arial"/>
                <a:cs typeface="Arial"/>
              </a:defRPr>
            </a:lvl6pPr>
            <a:lvl7pPr>
              <a:defRPr sz="1275" b="0">
                <a:solidFill>
                  <a:srgbClr val="A9B5B1"/>
                </a:solidFill>
                <a:latin typeface="Arial"/>
                <a:ea typeface="Arial"/>
                <a:cs typeface="Arial"/>
              </a:defRPr>
            </a:lvl7pPr>
            <a:lvl8pPr>
              <a:defRPr sz="1275" b="0">
                <a:solidFill>
                  <a:srgbClr val="A9B5B1"/>
                </a:solidFill>
                <a:latin typeface="Arial"/>
                <a:ea typeface="Arial"/>
                <a:cs typeface="Arial"/>
              </a:defRPr>
            </a:lvl8pPr>
            <a:lvl9pPr>
              <a:defRPr sz="1275" b="0">
                <a:solidFill>
                  <a:srgbClr val="A9B5B1"/>
                </a:solidFill>
                <a:latin typeface="Arial"/>
                <a:ea typeface="Arial"/>
                <a:cs typeface="Arial"/>
              </a:defRPr>
            </a:lvl9pPr>
          </a:lstStyle>
          <a:p xmlns:a="http://schemas.openxmlformats.org/drawingml/2006/main">
            <a:pPr>
              <a:defRPr sz="1275" b="0">
                <a:solidFill>
                  <a:srgbClr val="A9B5B1"/>
                </a:solidFill>
                <a:latin typeface="Arial"/>
                <a:ea typeface="Arial"/>
                <a:cs typeface="Arial"/>
              </a:defRPr>
            </a:pPr>
            <a:r>
              <a:rPr sz="1275" b="0">
                <a:solidFill>
                  <a:srgbClr val="A9B5B1"/>
                </a:solidFill>
                <a:latin typeface="Arial"/>
                <a:ea typeface="Arial"/>
                <a:cs typeface="Arial"/>
              </a:rPr>
              <a:t>6</a:t>
            </a:r>
          </a:p>
        </p:txBody>
      </p:sp>
      <p:sp>
        <p:nvSpPr>
          <p:cNvPr id="2" name="">
            <a:extLst xmlns:a="http://schemas.openxmlformats.org/drawingml/2006/main">
              <a:ext uri="{FF2B5EF4-FFF2-40B4-BE49-F238E27FC236}">
                <a16:creationId xmlns:a16="http://schemas.microsoft.com/office/drawing/2014/main" id="{4B952A17-9B16-40FF-B0C2-77A9F64C1F77}"/>
              </a:ext>
            </a:extLst>
          </p:cNvPr>
          <p:cNvSpPr>
            <a:spLocks xmlns:a="http://schemas.openxmlformats.org/drawingml/2006/main" noGrp="1"/>
          </p:cNvSpPr>
          <p:nvPr/>
        </p:nvSpPr>
        <p:spPr>
          <a:xfrm xmlns:a="http://schemas.openxmlformats.org/drawingml/2006/main">
            <a:off x="685800" y="5524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900" b="1">
                <a:solidFill>
                  <a:srgbClr val="FFFFFF"/>
                </a:solidFill>
                <a:latin typeface="Arial"/>
                <a:ea typeface="Arial"/>
                <a:cs typeface="Arial"/>
              </a:defRPr>
            </a:defPPr>
            <a:lvl1pPr>
              <a:defRPr sz="3900" b="1">
                <a:solidFill>
                  <a:srgbClr val="FFFFFF"/>
                </a:solidFill>
                <a:latin typeface="Arial"/>
                <a:ea typeface="Arial"/>
                <a:cs typeface="Arial"/>
              </a:defRPr>
            </a:lvl1pPr>
            <a:lvl2pPr>
              <a:defRPr sz="3900" b="1">
                <a:solidFill>
                  <a:srgbClr val="FFFFFF"/>
                </a:solidFill>
                <a:latin typeface="Arial"/>
                <a:ea typeface="Arial"/>
                <a:cs typeface="Arial"/>
              </a:defRPr>
            </a:lvl2pPr>
            <a:lvl3pPr>
              <a:defRPr sz="3900" b="1">
                <a:solidFill>
                  <a:srgbClr val="FFFFFF"/>
                </a:solidFill>
                <a:latin typeface="Arial"/>
                <a:ea typeface="Arial"/>
                <a:cs typeface="Arial"/>
              </a:defRPr>
            </a:lvl3pPr>
            <a:lvl4pPr>
              <a:defRPr sz="3900" b="1">
                <a:solidFill>
                  <a:srgbClr val="FFFFFF"/>
                </a:solidFill>
                <a:latin typeface="Arial"/>
                <a:ea typeface="Arial"/>
                <a:cs typeface="Arial"/>
              </a:defRPr>
            </a:lvl4pPr>
            <a:lvl5pPr>
              <a:defRPr sz="3900" b="1">
                <a:solidFill>
                  <a:srgbClr val="FFFFFF"/>
                </a:solidFill>
                <a:latin typeface="Arial"/>
                <a:ea typeface="Arial"/>
                <a:cs typeface="Arial"/>
              </a:defRPr>
            </a:lvl5pPr>
            <a:lvl6pPr>
              <a:defRPr sz="3900" b="1">
                <a:solidFill>
                  <a:srgbClr val="FFFFFF"/>
                </a:solidFill>
                <a:latin typeface="Arial"/>
                <a:ea typeface="Arial"/>
                <a:cs typeface="Arial"/>
              </a:defRPr>
            </a:lvl6pPr>
            <a:lvl7pPr>
              <a:defRPr sz="3900" b="1">
                <a:solidFill>
                  <a:srgbClr val="FFFFFF"/>
                </a:solidFill>
                <a:latin typeface="Arial"/>
                <a:ea typeface="Arial"/>
                <a:cs typeface="Arial"/>
              </a:defRPr>
            </a:lvl7pPr>
            <a:lvl8pPr>
              <a:defRPr sz="3900" b="1">
                <a:solidFill>
                  <a:srgbClr val="FFFFFF"/>
                </a:solidFill>
                <a:latin typeface="Arial"/>
                <a:ea typeface="Arial"/>
                <a:cs typeface="Arial"/>
              </a:defRPr>
            </a:lvl8pPr>
            <a:lvl9pPr>
              <a:defRPr sz="3900" b="1">
                <a:solidFill>
                  <a:srgbClr val="FFFFFF"/>
                </a:solidFill>
                <a:latin typeface="Arial"/>
                <a:ea typeface="Arial"/>
                <a:cs typeface="Arial"/>
              </a:defRPr>
            </a:lvl9pPr>
          </a:lstStyle>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DEVİR’in değeri</a:t>
            </a:r>
          </a:p>
        </p:txBody>
      </p:sp>
      <p:sp>
        <p:nvSpPr>
          <p:cNvPr id="3" name="">
            <a:extLst xmlns:a="http://schemas.openxmlformats.org/drawingml/2006/main">
              <a:ext uri="{FF2B5EF4-FFF2-40B4-BE49-F238E27FC236}">
                <a16:creationId xmlns:a16="http://schemas.microsoft.com/office/drawing/2014/main" id="{21C495A1-B306-488F-AB2C-78514295D45C}"/>
              </a:ext>
            </a:extLst>
          </p:cNvPr>
          <p:cNvSpPr>
            <a:spLocks xmlns:a="http://schemas.openxmlformats.org/drawingml/2006/main" noGrp="1"/>
          </p:cNvSpPr>
          <p:nvPr/>
        </p:nvSpPr>
        <p:spPr>
          <a:xfrm xmlns:a="http://schemas.openxmlformats.org/drawingml/2006/main">
            <a:off x="704850" y="1809750"/>
            <a:ext cx="10668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75" b="1">
                <a:solidFill>
                  <a:srgbClr val="FFFFFF"/>
                </a:solidFill>
                <a:latin typeface="Arial"/>
                <a:ea typeface="Arial"/>
                <a:cs typeface="Arial"/>
              </a:defRPr>
            </a:defPPr>
            <a:lvl1pPr>
              <a:defRPr sz="3675" b="1">
                <a:solidFill>
                  <a:srgbClr val="FFFFFF"/>
                </a:solidFill>
                <a:latin typeface="Arial"/>
                <a:ea typeface="Arial"/>
                <a:cs typeface="Arial"/>
              </a:defRPr>
            </a:lvl1pPr>
            <a:lvl2pPr>
              <a:defRPr sz="3675" b="1">
                <a:solidFill>
                  <a:srgbClr val="FFFFFF"/>
                </a:solidFill>
                <a:latin typeface="Arial"/>
                <a:ea typeface="Arial"/>
                <a:cs typeface="Arial"/>
              </a:defRPr>
            </a:lvl2pPr>
            <a:lvl3pPr>
              <a:defRPr sz="3675" b="1">
                <a:solidFill>
                  <a:srgbClr val="FFFFFF"/>
                </a:solidFill>
                <a:latin typeface="Arial"/>
                <a:ea typeface="Arial"/>
                <a:cs typeface="Arial"/>
              </a:defRPr>
            </a:lvl3pPr>
            <a:lvl4pPr>
              <a:defRPr sz="3675" b="1">
                <a:solidFill>
                  <a:srgbClr val="FFFFFF"/>
                </a:solidFill>
                <a:latin typeface="Arial"/>
                <a:ea typeface="Arial"/>
                <a:cs typeface="Arial"/>
              </a:defRPr>
            </a:lvl4pPr>
            <a:lvl5pPr>
              <a:defRPr sz="3675" b="1">
                <a:solidFill>
                  <a:srgbClr val="FFFFFF"/>
                </a:solidFill>
                <a:latin typeface="Arial"/>
                <a:ea typeface="Arial"/>
                <a:cs typeface="Arial"/>
              </a:defRPr>
            </a:lvl5pPr>
            <a:lvl6pPr>
              <a:defRPr sz="3675" b="1">
                <a:solidFill>
                  <a:srgbClr val="FFFFFF"/>
                </a:solidFill>
                <a:latin typeface="Arial"/>
                <a:ea typeface="Arial"/>
                <a:cs typeface="Arial"/>
              </a:defRPr>
            </a:lvl6pPr>
            <a:lvl7pPr>
              <a:defRPr sz="3675" b="1">
                <a:solidFill>
                  <a:srgbClr val="FFFFFF"/>
                </a:solidFill>
                <a:latin typeface="Arial"/>
                <a:ea typeface="Arial"/>
                <a:cs typeface="Arial"/>
              </a:defRPr>
            </a:lvl7pPr>
            <a:lvl8pPr>
              <a:defRPr sz="3675" b="1">
                <a:solidFill>
                  <a:srgbClr val="FFFFFF"/>
                </a:solidFill>
                <a:latin typeface="Arial"/>
                <a:ea typeface="Arial"/>
                <a:cs typeface="Arial"/>
              </a:defRPr>
            </a:lvl8pPr>
            <a:lvl9pPr>
              <a:defRPr sz="3675" b="1">
                <a:solidFill>
                  <a:srgbClr val="FFFFFF"/>
                </a:solidFill>
                <a:latin typeface="Arial"/>
                <a:ea typeface="Arial"/>
                <a:cs typeface="Arial"/>
              </a:defRPr>
            </a:lvl9pPr>
          </a:lstStyle>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Tamamlanan iş korunur</a:t>
            </a:r>
          </a:p>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Kalan bütçe aktarılır</a:t>
            </a:r>
          </a:p>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Süreç izlenebilir</a:t>
            </a:r>
          </a:p>
        </p:txBody>
      </p:sp>
      <p:sp>
        <p:nvSpPr>
          <p:cNvPr id="4" name="">
            <a:extLst xmlns:a="http://schemas.openxmlformats.org/drawingml/2006/main">
              <a:ext uri="{FF2B5EF4-FFF2-40B4-BE49-F238E27FC236}">
                <a16:creationId xmlns:a16="http://schemas.microsoft.com/office/drawing/2014/main" id="{32202E2B-DD94-4325-B6C5-4B5933DB69DD}"/>
              </a:ext>
            </a:extLst>
          </p:cNvPr>
          <p:cNvSpPr>
            <a:spLocks xmlns:a="http://schemas.openxmlformats.org/drawingml/2006/main" noGrp="1"/>
          </p:cNvSpPr>
          <p:nvPr/>
        </p:nvSpPr>
        <p:spPr>
          <a:xfrm xmlns:a="http://schemas.openxmlformats.org/drawingml/2006/main">
            <a:off x="723900" y="43910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A9B5B1"/>
                </a:solidFill>
                <a:latin typeface="Arial"/>
                <a:ea typeface="Arial"/>
                <a:cs typeface="Arial"/>
              </a:defRPr>
            </a:defPPr>
            <a:lvl1pPr>
              <a:defRPr sz="2100" b="0">
                <a:solidFill>
                  <a:srgbClr val="A9B5B1"/>
                </a:solidFill>
                <a:latin typeface="Arial"/>
                <a:ea typeface="Arial"/>
                <a:cs typeface="Arial"/>
              </a:defRPr>
            </a:lvl1pPr>
            <a:lvl2pPr>
              <a:defRPr sz="2100" b="0">
                <a:solidFill>
                  <a:srgbClr val="A9B5B1"/>
                </a:solidFill>
                <a:latin typeface="Arial"/>
                <a:ea typeface="Arial"/>
                <a:cs typeface="Arial"/>
              </a:defRPr>
            </a:lvl2pPr>
            <a:lvl3pPr>
              <a:defRPr sz="2100" b="0">
                <a:solidFill>
                  <a:srgbClr val="A9B5B1"/>
                </a:solidFill>
                <a:latin typeface="Arial"/>
                <a:ea typeface="Arial"/>
                <a:cs typeface="Arial"/>
              </a:defRPr>
            </a:lvl3pPr>
            <a:lvl4pPr>
              <a:defRPr sz="2100" b="0">
                <a:solidFill>
                  <a:srgbClr val="A9B5B1"/>
                </a:solidFill>
                <a:latin typeface="Arial"/>
                <a:ea typeface="Arial"/>
                <a:cs typeface="Arial"/>
              </a:defRPr>
            </a:lvl4pPr>
            <a:lvl5pPr>
              <a:defRPr sz="2100" b="0">
                <a:solidFill>
                  <a:srgbClr val="A9B5B1"/>
                </a:solidFill>
                <a:latin typeface="Arial"/>
                <a:ea typeface="Arial"/>
                <a:cs typeface="Arial"/>
              </a:defRPr>
            </a:lvl5pPr>
            <a:lvl6pPr>
              <a:defRPr sz="2100" b="0">
                <a:solidFill>
                  <a:srgbClr val="A9B5B1"/>
                </a:solidFill>
                <a:latin typeface="Arial"/>
                <a:ea typeface="Arial"/>
                <a:cs typeface="Arial"/>
              </a:defRPr>
            </a:lvl6pPr>
            <a:lvl7pPr>
              <a:defRPr sz="2100" b="0">
                <a:solidFill>
                  <a:srgbClr val="A9B5B1"/>
                </a:solidFill>
                <a:latin typeface="Arial"/>
                <a:ea typeface="Arial"/>
                <a:cs typeface="Arial"/>
              </a:defRPr>
            </a:lvl7pPr>
            <a:lvl8pPr>
              <a:defRPr sz="2100" b="0">
                <a:solidFill>
                  <a:srgbClr val="A9B5B1"/>
                </a:solidFill>
                <a:latin typeface="Arial"/>
                <a:ea typeface="Arial"/>
                <a:cs typeface="Arial"/>
              </a:defRPr>
            </a:lvl8pPr>
            <a:lvl9pPr>
              <a:defRPr sz="2100" b="0">
                <a:solidFill>
                  <a:srgbClr val="A9B5B1"/>
                </a:solidFill>
                <a:latin typeface="Arial"/>
                <a:ea typeface="Arial"/>
                <a:cs typeface="Arial"/>
              </a:defRPr>
            </a:lvl9pPr>
          </a:lstStyle>
          <a:p xmlns:a="http://schemas.openxmlformats.org/drawingml/2006/main">
            <a:pPr>
              <a:defRPr sz="2100" b="0">
                <a:solidFill>
                  <a:srgbClr val="A9B5B1"/>
                </a:solidFill>
                <a:latin typeface="Arial"/>
                <a:ea typeface="Arial"/>
                <a:cs typeface="Arial"/>
              </a:defRPr>
            </a:pPr>
            <a:r>
              <a:rPr sz="2100" b="0">
                <a:solidFill>
                  <a:srgbClr val="A9B5B1"/>
                </a:solidFill>
                <a:latin typeface="Arial"/>
                <a:ea typeface="Arial"/>
                <a:cs typeface="Arial"/>
              </a:rPr>
              <a:t>Sonraki adım: canlı LLM ve Fuji’de uçtan uca doğrulama</a:t>
            </a:r>
          </a:p>
        </p:txBody>
      </p:sp>
      <p:sp>
        <p:nvSpPr>
          <p:cNvPr id="5" name="">
            <a:extLst xmlns:a="http://schemas.openxmlformats.org/drawingml/2006/main">
              <a:ext uri="{FF2B5EF4-FFF2-40B4-BE49-F238E27FC236}">
                <a16:creationId xmlns:a16="http://schemas.microsoft.com/office/drawing/2014/main" id="{2EC65A00-4249-4541-AF4D-69414F058BEA}"/>
              </a:ext>
            </a:extLst>
          </p:cNvPr>
          <p:cNvSpPr>
            <a:spLocks xmlns:a="http://schemas.openxmlformats.org/drawingml/2006/main" noGrp="1"/>
          </p:cNvSpPr>
          <p:nvPr/>
        </p:nvSpPr>
        <p:spPr>
          <a:xfrm xmlns:a="http://schemas.openxmlformats.org/drawingml/2006/main">
            <a:off x="723900" y="54864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A9B5B1"/>
                </a:solidFill>
                <a:latin typeface="Arial"/>
                <a:ea typeface="Arial"/>
                <a:cs typeface="Arial"/>
              </a:defRPr>
            </a:defPPr>
            <a:lvl1pPr>
              <a:defRPr sz="1500" b="0">
                <a:solidFill>
                  <a:srgbClr val="A9B5B1"/>
                </a:solidFill>
                <a:latin typeface="Arial"/>
                <a:ea typeface="Arial"/>
                <a:cs typeface="Arial"/>
              </a:defRPr>
            </a:lvl1pPr>
            <a:lvl2pPr>
              <a:defRPr sz="1500" b="0">
                <a:solidFill>
                  <a:srgbClr val="A9B5B1"/>
                </a:solidFill>
                <a:latin typeface="Arial"/>
                <a:ea typeface="Arial"/>
                <a:cs typeface="Arial"/>
              </a:defRPr>
            </a:lvl2pPr>
            <a:lvl3pPr>
              <a:defRPr sz="1500" b="0">
                <a:solidFill>
                  <a:srgbClr val="A9B5B1"/>
                </a:solidFill>
                <a:latin typeface="Arial"/>
                <a:ea typeface="Arial"/>
                <a:cs typeface="Arial"/>
              </a:defRPr>
            </a:lvl3pPr>
            <a:lvl4pPr>
              <a:defRPr sz="1500" b="0">
                <a:solidFill>
                  <a:srgbClr val="A9B5B1"/>
                </a:solidFill>
                <a:latin typeface="Arial"/>
                <a:ea typeface="Arial"/>
                <a:cs typeface="Arial"/>
              </a:defRPr>
            </a:lvl4pPr>
            <a:lvl5pPr>
              <a:defRPr sz="1500" b="0">
                <a:solidFill>
                  <a:srgbClr val="A9B5B1"/>
                </a:solidFill>
                <a:latin typeface="Arial"/>
                <a:ea typeface="Arial"/>
                <a:cs typeface="Arial"/>
              </a:defRPr>
            </a:lvl5pPr>
            <a:lvl6pPr>
              <a:defRPr sz="1500" b="0">
                <a:solidFill>
                  <a:srgbClr val="A9B5B1"/>
                </a:solidFill>
                <a:latin typeface="Arial"/>
                <a:ea typeface="Arial"/>
                <a:cs typeface="Arial"/>
              </a:defRPr>
            </a:lvl6pPr>
            <a:lvl7pPr>
              <a:defRPr sz="1500" b="0">
                <a:solidFill>
                  <a:srgbClr val="A9B5B1"/>
                </a:solidFill>
                <a:latin typeface="Arial"/>
                <a:ea typeface="Arial"/>
                <a:cs typeface="Arial"/>
              </a:defRPr>
            </a:lvl7pPr>
            <a:lvl8pPr>
              <a:defRPr sz="1500" b="0">
                <a:solidFill>
                  <a:srgbClr val="A9B5B1"/>
                </a:solidFill>
                <a:latin typeface="Arial"/>
                <a:ea typeface="Arial"/>
                <a:cs typeface="Arial"/>
              </a:defRPr>
            </a:lvl8pPr>
            <a:lvl9pPr>
              <a:defRPr sz="1500" b="0">
                <a:solidFill>
                  <a:srgbClr val="A9B5B1"/>
                </a:solidFill>
                <a:latin typeface="Arial"/>
                <a:ea typeface="Arial"/>
                <a:cs typeface="Arial"/>
              </a:defRPr>
            </a:lvl9pPr>
          </a:lstStyle>
          <a:p xmlns:a="http://schemas.openxmlformats.org/drawingml/2006/main">
            <a:pPr>
              <a:defRPr sz="1500" b="0">
                <a:solidFill>
                  <a:srgbClr val="A9B5B1"/>
                </a:solidFill>
                <a:latin typeface="Arial"/>
                <a:ea typeface="Arial"/>
                <a:cs typeface="Arial"/>
              </a:defRPr>
            </a:pPr>
            <a:r>
              <a:rPr sz="1500" b="0">
                <a:solidFill>
                  <a:srgbClr val="A9B5B1"/>
                </a:solidFill>
                <a:latin typeface="Arial"/>
                <a:ea typeface="Arial"/>
                <a:cs typeface="Arial"/>
              </a:rPr>
              <a:t>Canlı demo</a:t>
            </a:r>
          </a:p>
        </p:txBody>
      </p:sp>
      <p:sp>
        <p:nvSpPr>
          <p:cNvPr id="6" name="">
            <a:extLst xmlns:a="http://schemas.openxmlformats.org/drawingml/2006/main">
              <a:ext uri="{FF2B5EF4-FFF2-40B4-BE49-F238E27FC236}">
                <a16:creationId xmlns:a16="http://schemas.microsoft.com/office/drawing/2014/main" id="{C7155351-995A-451F-A120-0A0435F5B159}"/>
              </a:ext>
            </a:extLst>
          </p:cNvPr>
          <p:cNvSpPr>
            <a:spLocks xmlns:a="http://schemas.openxmlformats.org/drawingml/2006/main" noGrp="1"/>
          </p:cNvSpPr>
          <p:nvPr/>
        </p:nvSpPr>
        <p:spPr>
          <a:xfrm xmlns:a="http://schemas.openxmlformats.org/drawingml/2006/main">
            <a:off x="723900" y="58197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F2B7A7"/>
                </a:solidFill>
                <a:latin typeface="Arial"/>
                <a:ea typeface="Arial"/>
                <a:cs typeface="Arial"/>
              </a:defRPr>
            </a:defPPr>
            <a:lvl1pPr>
              <a:defRPr sz="2100" b="1">
                <a:solidFill>
                  <a:srgbClr val="F2B7A7"/>
                </a:solidFill>
                <a:latin typeface="Arial"/>
                <a:ea typeface="Arial"/>
                <a:cs typeface="Arial"/>
              </a:defRPr>
            </a:lvl1pPr>
            <a:lvl2pPr>
              <a:defRPr sz="2100" b="1">
                <a:solidFill>
                  <a:srgbClr val="F2B7A7"/>
                </a:solidFill>
                <a:latin typeface="Arial"/>
                <a:ea typeface="Arial"/>
                <a:cs typeface="Arial"/>
              </a:defRPr>
            </a:lvl2pPr>
            <a:lvl3pPr>
              <a:defRPr sz="2100" b="1">
                <a:solidFill>
                  <a:srgbClr val="F2B7A7"/>
                </a:solidFill>
                <a:latin typeface="Arial"/>
                <a:ea typeface="Arial"/>
                <a:cs typeface="Arial"/>
              </a:defRPr>
            </a:lvl3pPr>
            <a:lvl4pPr>
              <a:defRPr sz="2100" b="1">
                <a:solidFill>
                  <a:srgbClr val="F2B7A7"/>
                </a:solidFill>
                <a:latin typeface="Arial"/>
                <a:ea typeface="Arial"/>
                <a:cs typeface="Arial"/>
              </a:defRPr>
            </a:lvl4pPr>
            <a:lvl5pPr>
              <a:defRPr sz="2100" b="1">
                <a:solidFill>
                  <a:srgbClr val="F2B7A7"/>
                </a:solidFill>
                <a:latin typeface="Arial"/>
                <a:ea typeface="Arial"/>
                <a:cs typeface="Arial"/>
              </a:defRPr>
            </a:lvl5pPr>
            <a:lvl6pPr>
              <a:defRPr sz="2100" b="1">
                <a:solidFill>
                  <a:srgbClr val="F2B7A7"/>
                </a:solidFill>
                <a:latin typeface="Arial"/>
                <a:ea typeface="Arial"/>
                <a:cs typeface="Arial"/>
              </a:defRPr>
            </a:lvl6pPr>
            <a:lvl7pPr>
              <a:defRPr sz="2100" b="1">
                <a:solidFill>
                  <a:srgbClr val="F2B7A7"/>
                </a:solidFill>
                <a:latin typeface="Arial"/>
                <a:ea typeface="Arial"/>
                <a:cs typeface="Arial"/>
              </a:defRPr>
            </a:lvl7pPr>
            <a:lvl8pPr>
              <a:defRPr sz="2100" b="1">
                <a:solidFill>
                  <a:srgbClr val="F2B7A7"/>
                </a:solidFill>
                <a:latin typeface="Arial"/>
                <a:ea typeface="Arial"/>
                <a:cs typeface="Arial"/>
              </a:defRPr>
            </a:lvl8pPr>
            <a:lvl9pPr>
              <a:defRPr sz="2100" b="1">
                <a:solidFill>
                  <a:srgbClr val="F2B7A7"/>
                </a:solidFill>
                <a:latin typeface="Arial"/>
                <a:ea typeface="Arial"/>
                <a:cs typeface="Arial"/>
              </a:defRPr>
            </a:lvl9pPr>
          </a:lstStyle>
          <a:p xmlns:a="http://schemas.openxmlformats.org/drawingml/2006/main">
            <a:pPr>
              <a:defRPr sz="2100" b="1">
                <a:solidFill>
                  <a:srgbClr val="F2B7A7"/>
                </a:solidFill>
                <a:latin typeface="Arial"/>
                <a:ea typeface="Arial"/>
                <a:cs typeface="Arial"/>
              </a:defRPr>
            </a:pPr>
            <a:r>
              <a:rPr sz="2100" b="1">
                <a:solidFill>
                  <a:srgbClr val="F2B7A7"/>
                </a:solidFill>
                <a:latin typeface="Arial"/>
                <a:ea typeface="Arial"/>
                <a:cs typeface="Arial"/>
              </a:rPr>
              <a:t>devir-six.vercel.app</a:t>
            </a:r>
          </a:p>
        </p:txBody>
      </p:sp>
      <p:sp>
        <p:nvSpPr>
          <p:cNvPr id="7" name="">
            <a:extLst xmlns:a="http://schemas.openxmlformats.org/drawingml/2006/main">
              <a:ext uri="{FF2B5EF4-FFF2-40B4-BE49-F238E27FC236}">
                <a16:creationId xmlns:a16="http://schemas.microsoft.com/office/drawing/2014/main" id="{3C4C01AC-1594-47ED-B7A5-A20CFDF5E5C1}"/>
              </a:ext>
            </a:extLst>
          </p:cNvPr>
          <p:cNvSpPr>
            <a:spLocks xmlns:a="http://schemas.openxmlformats.org/drawingml/2006/main" noGrp="1"/>
          </p:cNvSpPr>
          <p:nvPr/>
        </p:nvSpPr>
        <p:spPr>
          <a:xfrm xmlns:a="http://schemas.openxmlformats.org/drawingml/2006/main">
            <a:off x="6686550" y="54864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A9B5B1"/>
                </a:solidFill>
                <a:latin typeface="Arial"/>
                <a:ea typeface="Arial"/>
                <a:cs typeface="Arial"/>
              </a:defRPr>
            </a:defPPr>
            <a:lvl1pPr>
              <a:defRPr sz="1500" b="0">
                <a:solidFill>
                  <a:srgbClr val="A9B5B1"/>
                </a:solidFill>
                <a:latin typeface="Arial"/>
                <a:ea typeface="Arial"/>
                <a:cs typeface="Arial"/>
              </a:defRPr>
            </a:lvl1pPr>
            <a:lvl2pPr>
              <a:defRPr sz="1500" b="0">
                <a:solidFill>
                  <a:srgbClr val="A9B5B1"/>
                </a:solidFill>
                <a:latin typeface="Arial"/>
                <a:ea typeface="Arial"/>
                <a:cs typeface="Arial"/>
              </a:defRPr>
            </a:lvl2pPr>
            <a:lvl3pPr>
              <a:defRPr sz="1500" b="0">
                <a:solidFill>
                  <a:srgbClr val="A9B5B1"/>
                </a:solidFill>
                <a:latin typeface="Arial"/>
                <a:ea typeface="Arial"/>
                <a:cs typeface="Arial"/>
              </a:defRPr>
            </a:lvl3pPr>
            <a:lvl4pPr>
              <a:defRPr sz="1500" b="0">
                <a:solidFill>
                  <a:srgbClr val="A9B5B1"/>
                </a:solidFill>
                <a:latin typeface="Arial"/>
                <a:ea typeface="Arial"/>
                <a:cs typeface="Arial"/>
              </a:defRPr>
            </a:lvl4pPr>
            <a:lvl5pPr>
              <a:defRPr sz="1500" b="0">
                <a:solidFill>
                  <a:srgbClr val="A9B5B1"/>
                </a:solidFill>
                <a:latin typeface="Arial"/>
                <a:ea typeface="Arial"/>
                <a:cs typeface="Arial"/>
              </a:defRPr>
            </a:lvl5pPr>
            <a:lvl6pPr>
              <a:defRPr sz="1500" b="0">
                <a:solidFill>
                  <a:srgbClr val="A9B5B1"/>
                </a:solidFill>
                <a:latin typeface="Arial"/>
                <a:ea typeface="Arial"/>
                <a:cs typeface="Arial"/>
              </a:defRPr>
            </a:lvl6pPr>
            <a:lvl7pPr>
              <a:defRPr sz="1500" b="0">
                <a:solidFill>
                  <a:srgbClr val="A9B5B1"/>
                </a:solidFill>
                <a:latin typeface="Arial"/>
                <a:ea typeface="Arial"/>
                <a:cs typeface="Arial"/>
              </a:defRPr>
            </a:lvl7pPr>
            <a:lvl8pPr>
              <a:defRPr sz="1500" b="0">
                <a:solidFill>
                  <a:srgbClr val="A9B5B1"/>
                </a:solidFill>
                <a:latin typeface="Arial"/>
                <a:ea typeface="Arial"/>
                <a:cs typeface="Arial"/>
              </a:defRPr>
            </a:lvl8pPr>
            <a:lvl9pPr>
              <a:defRPr sz="1500" b="0">
                <a:solidFill>
                  <a:srgbClr val="A9B5B1"/>
                </a:solidFill>
                <a:latin typeface="Arial"/>
                <a:ea typeface="Arial"/>
                <a:cs typeface="Arial"/>
              </a:defRPr>
            </a:lvl9pPr>
          </a:lstStyle>
          <a:p xmlns:a="http://schemas.openxmlformats.org/drawingml/2006/main">
            <a:pPr>
              <a:defRPr sz="1500" b="0">
                <a:solidFill>
                  <a:srgbClr val="A9B5B1"/>
                </a:solidFill>
                <a:latin typeface="Arial"/>
                <a:ea typeface="Arial"/>
                <a:cs typeface="Arial"/>
              </a:defRPr>
            </a:pPr>
            <a:r>
              <a:rPr sz="1500" b="0">
                <a:solidFill>
                  <a:srgbClr val="A9B5B1"/>
                </a:solidFill>
                <a:latin typeface="Arial"/>
                <a:ea typeface="Arial"/>
                <a:cs typeface="Arial"/>
              </a:rPr>
              <a:t>Açık kaynak</a:t>
            </a:r>
          </a:p>
        </p:txBody>
      </p:sp>
      <p:sp>
        <p:nvSpPr>
          <p:cNvPr id="8" name="">
            <a:extLst xmlns:a="http://schemas.openxmlformats.org/drawingml/2006/main">
              <a:ext uri="{FF2B5EF4-FFF2-40B4-BE49-F238E27FC236}">
                <a16:creationId xmlns:a16="http://schemas.microsoft.com/office/drawing/2014/main" id="{911671B0-9D12-4B68-A3E1-F85F5E55E6EC}"/>
              </a:ext>
            </a:extLst>
          </p:cNvPr>
          <p:cNvSpPr>
            <a:spLocks xmlns:a="http://schemas.openxmlformats.org/drawingml/2006/main" noGrp="1"/>
          </p:cNvSpPr>
          <p:nvPr/>
        </p:nvSpPr>
        <p:spPr>
          <a:xfrm xmlns:a="http://schemas.openxmlformats.org/drawingml/2006/main">
            <a:off x="6686550" y="58197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github.com/Saylool/devir</a:t>
            </a:r>
          </a:p>
        </p:txBody>
      </p:sp>
    </p:spTree>
    <p:extLst>
      <p:ext uri="{BB962C8B-B14F-4D97-AF65-F5344CB8AC3E}">
        <p14:creationId xmlns:p14="http://schemas.microsoft.com/office/powerpoint/2010/main" val="8287202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2026-10-17T15:44:08.5010000Z</dcterms:created>
  <dcterms:modified xsi:type="dcterms:W3CDTF">2026-10-17T15:44:08.5010000Z</dcterms:modified>
</coreProperties>
</file>